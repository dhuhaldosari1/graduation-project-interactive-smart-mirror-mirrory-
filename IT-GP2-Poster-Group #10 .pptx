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sldIdLst>
    <p:sldId id="257" r:id="rId2"/>
  </p:sldIdLst>
  <p:sldSz cx="30267275" cy="42794238"/>
  <p:notesSz cx="6858000" cy="9144000"/>
  <p:defaultTextStyle>
    <a:defPPr>
      <a:defRPr lang="en-US"/>
    </a:defPPr>
    <a:lvl1pPr algn="l" defTabSz="2474913" rtl="0" eaLnBrk="0" fontAlgn="base" hangingPunct="0">
      <a:spcBef>
        <a:spcPct val="0"/>
      </a:spcBef>
      <a:spcAft>
        <a:spcPct val="0"/>
      </a:spcAft>
      <a:defRPr sz="4900" kern="1200">
        <a:solidFill>
          <a:schemeClr val="tx1"/>
        </a:solidFill>
        <a:latin typeface="Calibri" panose="020F0502020204030204" pitchFamily="34" charset="0"/>
        <a:ea typeface="+mn-ea"/>
        <a:cs typeface="+mn-cs"/>
      </a:defRPr>
    </a:lvl1pPr>
    <a:lvl2pPr marL="1236663" indent="-590550" algn="l" defTabSz="2474913" rtl="0" eaLnBrk="0" fontAlgn="base" hangingPunct="0">
      <a:spcBef>
        <a:spcPct val="0"/>
      </a:spcBef>
      <a:spcAft>
        <a:spcPct val="0"/>
      </a:spcAft>
      <a:defRPr sz="4900" kern="1200">
        <a:solidFill>
          <a:schemeClr val="tx1"/>
        </a:solidFill>
        <a:latin typeface="Calibri" panose="020F0502020204030204" pitchFamily="34" charset="0"/>
        <a:ea typeface="+mn-ea"/>
        <a:cs typeface="+mn-cs"/>
      </a:defRPr>
    </a:lvl2pPr>
    <a:lvl3pPr marL="2474913" indent="-1182688" algn="l" defTabSz="2474913" rtl="0" eaLnBrk="0" fontAlgn="base" hangingPunct="0">
      <a:spcBef>
        <a:spcPct val="0"/>
      </a:spcBef>
      <a:spcAft>
        <a:spcPct val="0"/>
      </a:spcAft>
      <a:defRPr sz="4900" kern="1200">
        <a:solidFill>
          <a:schemeClr val="tx1"/>
        </a:solidFill>
        <a:latin typeface="Calibri" panose="020F0502020204030204" pitchFamily="34" charset="0"/>
        <a:ea typeface="+mn-ea"/>
        <a:cs typeface="+mn-cs"/>
      </a:defRPr>
    </a:lvl3pPr>
    <a:lvl4pPr marL="3713163" indent="-1774825" algn="l" defTabSz="2474913" rtl="0" eaLnBrk="0" fontAlgn="base" hangingPunct="0">
      <a:spcBef>
        <a:spcPct val="0"/>
      </a:spcBef>
      <a:spcAft>
        <a:spcPct val="0"/>
      </a:spcAft>
      <a:defRPr sz="4900" kern="1200">
        <a:solidFill>
          <a:schemeClr val="tx1"/>
        </a:solidFill>
        <a:latin typeface="Calibri" panose="020F0502020204030204" pitchFamily="34" charset="0"/>
        <a:ea typeface="+mn-ea"/>
        <a:cs typeface="+mn-cs"/>
      </a:defRPr>
    </a:lvl4pPr>
    <a:lvl5pPr marL="4951413" indent="-2366963" algn="l" defTabSz="2474913" rtl="0" eaLnBrk="0" fontAlgn="base" hangingPunct="0">
      <a:spcBef>
        <a:spcPct val="0"/>
      </a:spcBef>
      <a:spcAft>
        <a:spcPct val="0"/>
      </a:spcAft>
      <a:defRPr sz="4900" kern="1200">
        <a:solidFill>
          <a:schemeClr val="tx1"/>
        </a:solidFill>
        <a:latin typeface="Calibri" panose="020F0502020204030204" pitchFamily="34" charset="0"/>
        <a:ea typeface="+mn-ea"/>
        <a:cs typeface="+mn-cs"/>
      </a:defRPr>
    </a:lvl5pPr>
    <a:lvl6pPr marL="2286000" algn="l" defTabSz="914400" rtl="0" eaLnBrk="1" latinLnBrk="0" hangingPunct="1">
      <a:defRPr sz="4900" kern="1200">
        <a:solidFill>
          <a:schemeClr val="tx1"/>
        </a:solidFill>
        <a:latin typeface="Calibri" panose="020F0502020204030204" pitchFamily="34" charset="0"/>
        <a:ea typeface="+mn-ea"/>
        <a:cs typeface="+mn-cs"/>
      </a:defRPr>
    </a:lvl6pPr>
    <a:lvl7pPr marL="2743200" algn="l" defTabSz="914400" rtl="0" eaLnBrk="1" latinLnBrk="0" hangingPunct="1">
      <a:defRPr sz="4900" kern="1200">
        <a:solidFill>
          <a:schemeClr val="tx1"/>
        </a:solidFill>
        <a:latin typeface="Calibri" panose="020F0502020204030204" pitchFamily="34" charset="0"/>
        <a:ea typeface="+mn-ea"/>
        <a:cs typeface="+mn-cs"/>
      </a:defRPr>
    </a:lvl7pPr>
    <a:lvl8pPr marL="3200400" algn="l" defTabSz="914400" rtl="0" eaLnBrk="1" latinLnBrk="0" hangingPunct="1">
      <a:defRPr sz="4900" kern="1200">
        <a:solidFill>
          <a:schemeClr val="tx1"/>
        </a:solidFill>
        <a:latin typeface="Calibri" panose="020F0502020204030204" pitchFamily="34" charset="0"/>
        <a:ea typeface="+mn-ea"/>
        <a:cs typeface="+mn-cs"/>
      </a:defRPr>
    </a:lvl8pPr>
    <a:lvl9pPr marL="3657600" algn="l" defTabSz="914400" rtl="0" eaLnBrk="1" latinLnBrk="0" hangingPunct="1">
      <a:defRPr sz="49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19052">
          <p15:clr>
            <a:srgbClr val="A4A3A4"/>
          </p15:clr>
        </p15:guide>
        <p15:guide id="2" orient="horz" pos="13479">
          <p15:clr>
            <a:srgbClr val="A4A3A4"/>
          </p15:clr>
        </p15:guide>
        <p15:guide id="3" pos="13471">
          <p15:clr>
            <a:srgbClr val="A4A3A4"/>
          </p15:clr>
        </p15:guide>
        <p15:guide id="4" pos="953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5A7A"/>
    <a:srgbClr val="F2EC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D13CE1-2EBF-4571-B537-B5919A7404A7}" v="2" dt="2025-05-22T13:56:37.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94660"/>
  </p:normalViewPr>
  <p:slideViewPr>
    <p:cSldViewPr snapToGrid="0">
      <p:cViewPr>
        <p:scale>
          <a:sx n="13" d="100"/>
          <a:sy n="13" d="100"/>
        </p:scale>
        <p:origin x="1965" y="84"/>
      </p:cViewPr>
      <p:guideLst>
        <p:guide orient="horz" pos="19052"/>
        <p:guide orient="horz" pos="13479"/>
        <p:guide pos="13471"/>
        <p:guide pos="953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048" y="7003603"/>
            <a:ext cx="25727184" cy="14898734"/>
          </a:xfrm>
        </p:spPr>
        <p:txBody>
          <a:bodyPr anchor="b"/>
          <a:lstStyle>
            <a:lvl1pPr algn="ctr">
              <a:defRPr sz="13987"/>
            </a:lvl1pPr>
          </a:lstStyle>
          <a:p>
            <a:r>
              <a:rPr lang="en-US"/>
              <a:t>Click to edit Master title style</a:t>
            </a:r>
            <a:endParaRPr lang="en-US" dirty="0"/>
          </a:p>
        </p:txBody>
      </p:sp>
      <p:sp>
        <p:nvSpPr>
          <p:cNvPr id="3" name="Subtitle 2"/>
          <p:cNvSpPr>
            <a:spLocks noGrp="1"/>
          </p:cNvSpPr>
          <p:nvPr>
            <p:ph type="subTitle" idx="1"/>
          </p:nvPr>
        </p:nvSpPr>
        <p:spPr>
          <a:xfrm>
            <a:off x="3783411" y="22476890"/>
            <a:ext cx="22700457" cy="10332031"/>
          </a:xfrm>
        </p:spPr>
        <p:txBody>
          <a:bodyPr/>
          <a:lstStyle>
            <a:lvl1pPr marL="0" indent="0" algn="ctr">
              <a:buNone/>
              <a:defRPr sz="5651"/>
            </a:lvl1pPr>
            <a:lvl2pPr marL="1067782" indent="0" algn="ctr">
              <a:buNone/>
              <a:defRPr sz="4662"/>
            </a:lvl2pPr>
            <a:lvl3pPr marL="2135562" indent="0" algn="ctr">
              <a:buNone/>
              <a:defRPr sz="4238"/>
            </a:lvl3pPr>
            <a:lvl4pPr marL="3203345" indent="0" algn="ctr">
              <a:buNone/>
              <a:defRPr sz="3673"/>
            </a:lvl4pPr>
            <a:lvl5pPr marL="4271125" indent="0" algn="ctr">
              <a:buNone/>
              <a:defRPr sz="3673"/>
            </a:lvl5pPr>
            <a:lvl6pPr marL="5338906" indent="0" algn="ctr">
              <a:buNone/>
              <a:defRPr sz="3673"/>
            </a:lvl6pPr>
            <a:lvl7pPr marL="6406686" indent="0" algn="ctr">
              <a:buNone/>
              <a:defRPr sz="3673"/>
            </a:lvl7pPr>
            <a:lvl8pPr marL="7474468" indent="0" algn="ctr">
              <a:buNone/>
              <a:defRPr sz="3673"/>
            </a:lvl8pPr>
            <a:lvl9pPr marL="8542249" indent="0" algn="ctr">
              <a:buNone/>
              <a:defRPr sz="3673"/>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4A275C-C4E1-1F81-3E53-17D3A9C1C562}"/>
              </a:ext>
            </a:extLst>
          </p:cNvPr>
          <p:cNvSpPr>
            <a:spLocks noGrp="1"/>
          </p:cNvSpPr>
          <p:nvPr>
            <p:ph type="dt" sz="half" idx="10"/>
          </p:nvPr>
        </p:nvSpPr>
        <p:spPr/>
        <p:txBody>
          <a:bodyPr/>
          <a:lstStyle>
            <a:lvl1pPr>
              <a:defRPr/>
            </a:lvl1pPr>
          </a:lstStyle>
          <a:p>
            <a:pPr>
              <a:defRPr/>
            </a:pPr>
            <a:fld id="{1682304C-22AD-4B88-9DDC-1BA15E0DDA71}" type="datetimeFigureOut">
              <a:rPr lang="en-US"/>
              <a:pPr>
                <a:defRPr/>
              </a:pPr>
              <a:t>5/24/2025</a:t>
            </a:fld>
            <a:endParaRPr lang="en-US"/>
          </a:p>
        </p:txBody>
      </p:sp>
      <p:sp>
        <p:nvSpPr>
          <p:cNvPr id="5" name="Footer Placeholder 4">
            <a:extLst>
              <a:ext uri="{FF2B5EF4-FFF2-40B4-BE49-F238E27FC236}">
                <a16:creationId xmlns:a16="http://schemas.microsoft.com/office/drawing/2014/main" id="{735A0A44-062A-4422-6A9A-DEF5DC6DD4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80E8A1-02D7-E564-C755-1348578CFBC7}"/>
              </a:ext>
            </a:extLst>
          </p:cNvPr>
          <p:cNvSpPr>
            <a:spLocks noGrp="1"/>
          </p:cNvSpPr>
          <p:nvPr>
            <p:ph type="sldNum" sz="quarter" idx="12"/>
          </p:nvPr>
        </p:nvSpPr>
        <p:spPr/>
        <p:txBody>
          <a:bodyPr/>
          <a:lstStyle>
            <a:lvl1pPr>
              <a:defRPr/>
            </a:lvl1pPr>
          </a:lstStyle>
          <a:p>
            <a:pPr>
              <a:defRPr/>
            </a:pPr>
            <a:fld id="{1921E014-8140-41D4-A8B7-4F4907362981}" type="slidenum">
              <a:rPr lang="en-US" altLang="en-SA"/>
              <a:pPr>
                <a:defRPr/>
              </a:pPr>
              <a:t>‹#›</a:t>
            </a:fld>
            <a:endParaRPr lang="en-US" altLang="en-SA"/>
          </a:p>
        </p:txBody>
      </p:sp>
    </p:spTree>
    <p:extLst>
      <p:ext uri="{BB962C8B-B14F-4D97-AF65-F5344CB8AC3E}">
        <p14:creationId xmlns:p14="http://schemas.microsoft.com/office/powerpoint/2010/main" val="25396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3D78E69-40D2-7595-604B-094A802EEE69}"/>
              </a:ext>
            </a:extLst>
          </p:cNvPr>
          <p:cNvSpPr>
            <a:spLocks noGrp="1"/>
          </p:cNvSpPr>
          <p:nvPr>
            <p:ph type="dt" sz="half" idx="10"/>
          </p:nvPr>
        </p:nvSpPr>
        <p:spPr/>
        <p:txBody>
          <a:bodyPr/>
          <a:lstStyle>
            <a:lvl1pPr>
              <a:defRPr/>
            </a:lvl1pPr>
          </a:lstStyle>
          <a:p>
            <a:pPr>
              <a:defRPr/>
            </a:pPr>
            <a:fld id="{23AB5579-0146-4332-B3A5-D506C2B2791D}" type="datetimeFigureOut">
              <a:rPr lang="en-US"/>
              <a:pPr>
                <a:defRPr/>
              </a:pPr>
              <a:t>5/24/2025</a:t>
            </a:fld>
            <a:endParaRPr lang="en-US"/>
          </a:p>
        </p:txBody>
      </p:sp>
      <p:sp>
        <p:nvSpPr>
          <p:cNvPr id="5" name="Footer Placeholder 4">
            <a:extLst>
              <a:ext uri="{FF2B5EF4-FFF2-40B4-BE49-F238E27FC236}">
                <a16:creationId xmlns:a16="http://schemas.microsoft.com/office/drawing/2014/main" id="{C0DF0308-BA96-C2EE-BFAB-1F867D9A3B4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46B66CD-C5E8-A257-C54B-78F350BBB647}"/>
              </a:ext>
            </a:extLst>
          </p:cNvPr>
          <p:cNvSpPr>
            <a:spLocks noGrp="1"/>
          </p:cNvSpPr>
          <p:nvPr>
            <p:ph type="sldNum" sz="quarter" idx="12"/>
          </p:nvPr>
        </p:nvSpPr>
        <p:spPr/>
        <p:txBody>
          <a:bodyPr/>
          <a:lstStyle>
            <a:lvl1pPr>
              <a:defRPr/>
            </a:lvl1pPr>
          </a:lstStyle>
          <a:p>
            <a:pPr>
              <a:defRPr/>
            </a:pPr>
            <a:fld id="{23769387-A540-43C1-A67D-E678BE729C80}" type="slidenum">
              <a:rPr lang="en-US" altLang="en-SA"/>
              <a:pPr>
                <a:defRPr/>
              </a:pPr>
              <a:t>‹#›</a:t>
            </a:fld>
            <a:endParaRPr lang="en-US" altLang="en-SA"/>
          </a:p>
        </p:txBody>
      </p:sp>
    </p:spTree>
    <p:extLst>
      <p:ext uri="{BB962C8B-B14F-4D97-AF65-F5344CB8AC3E}">
        <p14:creationId xmlns:p14="http://schemas.microsoft.com/office/powerpoint/2010/main" val="2073046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113" y="10668858"/>
            <a:ext cx="26105525" cy="17801211"/>
          </a:xfrm>
        </p:spPr>
        <p:txBody>
          <a:bodyPr anchor="b"/>
          <a:lstStyle>
            <a:lvl1pPr>
              <a:defRPr sz="13987"/>
            </a:lvl1pPr>
          </a:lstStyle>
          <a:p>
            <a:r>
              <a:rPr lang="en-US"/>
              <a:t>Click to edit Master title style</a:t>
            </a:r>
            <a:endParaRPr lang="en-US" dirty="0"/>
          </a:p>
        </p:txBody>
      </p:sp>
      <p:sp>
        <p:nvSpPr>
          <p:cNvPr id="3" name="Text Placeholder 2"/>
          <p:cNvSpPr>
            <a:spLocks noGrp="1"/>
          </p:cNvSpPr>
          <p:nvPr>
            <p:ph type="body" idx="1"/>
          </p:nvPr>
        </p:nvSpPr>
        <p:spPr>
          <a:xfrm>
            <a:off x="2065113" y="28638478"/>
            <a:ext cx="26105525" cy="9361237"/>
          </a:xfrm>
        </p:spPr>
        <p:txBody>
          <a:bodyPr/>
          <a:lstStyle>
            <a:lvl1pPr marL="0" indent="0">
              <a:buNone/>
              <a:defRPr sz="5651">
                <a:solidFill>
                  <a:schemeClr val="tx1"/>
                </a:solidFill>
              </a:defRPr>
            </a:lvl1pPr>
            <a:lvl2pPr marL="1067782" indent="0">
              <a:buNone/>
              <a:defRPr sz="4662">
                <a:solidFill>
                  <a:schemeClr val="tx1">
                    <a:tint val="75000"/>
                  </a:schemeClr>
                </a:solidFill>
              </a:defRPr>
            </a:lvl2pPr>
            <a:lvl3pPr marL="2135562" indent="0">
              <a:buNone/>
              <a:defRPr sz="4238">
                <a:solidFill>
                  <a:schemeClr val="tx1">
                    <a:tint val="75000"/>
                  </a:schemeClr>
                </a:solidFill>
              </a:defRPr>
            </a:lvl3pPr>
            <a:lvl4pPr marL="3203345" indent="0">
              <a:buNone/>
              <a:defRPr sz="3673">
                <a:solidFill>
                  <a:schemeClr val="tx1">
                    <a:tint val="75000"/>
                  </a:schemeClr>
                </a:solidFill>
              </a:defRPr>
            </a:lvl4pPr>
            <a:lvl5pPr marL="4271125" indent="0">
              <a:buNone/>
              <a:defRPr sz="3673">
                <a:solidFill>
                  <a:schemeClr val="tx1">
                    <a:tint val="75000"/>
                  </a:schemeClr>
                </a:solidFill>
              </a:defRPr>
            </a:lvl5pPr>
            <a:lvl6pPr marL="5338906" indent="0">
              <a:buNone/>
              <a:defRPr sz="3673">
                <a:solidFill>
                  <a:schemeClr val="tx1">
                    <a:tint val="75000"/>
                  </a:schemeClr>
                </a:solidFill>
              </a:defRPr>
            </a:lvl6pPr>
            <a:lvl7pPr marL="6406686" indent="0">
              <a:buNone/>
              <a:defRPr sz="3673">
                <a:solidFill>
                  <a:schemeClr val="tx1">
                    <a:tint val="75000"/>
                  </a:schemeClr>
                </a:solidFill>
              </a:defRPr>
            </a:lvl7pPr>
            <a:lvl8pPr marL="7474468" indent="0">
              <a:buNone/>
              <a:defRPr sz="3673">
                <a:solidFill>
                  <a:schemeClr val="tx1">
                    <a:tint val="75000"/>
                  </a:schemeClr>
                </a:solidFill>
              </a:defRPr>
            </a:lvl8pPr>
            <a:lvl9pPr marL="8542249" indent="0">
              <a:buNone/>
              <a:defRPr sz="367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B93143-79F5-974D-9A4F-D358E2FD1BF1}"/>
              </a:ext>
            </a:extLst>
          </p:cNvPr>
          <p:cNvSpPr>
            <a:spLocks noGrp="1"/>
          </p:cNvSpPr>
          <p:nvPr>
            <p:ph type="dt" sz="half" idx="10"/>
          </p:nvPr>
        </p:nvSpPr>
        <p:spPr/>
        <p:txBody>
          <a:bodyPr/>
          <a:lstStyle>
            <a:lvl1pPr>
              <a:defRPr/>
            </a:lvl1pPr>
          </a:lstStyle>
          <a:p>
            <a:pPr>
              <a:defRPr/>
            </a:pPr>
            <a:fld id="{AAC1CD0E-9DAC-4BF3-BF76-F4B0C02EB733}" type="datetimeFigureOut">
              <a:rPr lang="en-US"/>
              <a:pPr>
                <a:defRPr/>
              </a:pPr>
              <a:t>5/24/2025</a:t>
            </a:fld>
            <a:endParaRPr lang="en-US"/>
          </a:p>
        </p:txBody>
      </p:sp>
      <p:sp>
        <p:nvSpPr>
          <p:cNvPr id="5" name="Footer Placeholder 4">
            <a:extLst>
              <a:ext uri="{FF2B5EF4-FFF2-40B4-BE49-F238E27FC236}">
                <a16:creationId xmlns:a16="http://schemas.microsoft.com/office/drawing/2014/main" id="{91AE3EC7-F183-1498-6AD4-BC243059F7E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9A420D6-D33F-C36D-92B1-269773AC48C6}"/>
              </a:ext>
            </a:extLst>
          </p:cNvPr>
          <p:cNvSpPr>
            <a:spLocks noGrp="1"/>
          </p:cNvSpPr>
          <p:nvPr>
            <p:ph type="sldNum" sz="quarter" idx="12"/>
          </p:nvPr>
        </p:nvSpPr>
        <p:spPr/>
        <p:txBody>
          <a:bodyPr/>
          <a:lstStyle>
            <a:lvl1pPr>
              <a:defRPr/>
            </a:lvl1pPr>
          </a:lstStyle>
          <a:p>
            <a:pPr>
              <a:defRPr/>
            </a:pPr>
            <a:fld id="{87C876EA-B4B6-4EA6-BC7A-76AA7FCFBFDD}" type="slidenum">
              <a:rPr lang="en-US" altLang="en-SA"/>
              <a:pPr>
                <a:defRPr/>
              </a:pPr>
              <a:t>‹#›</a:t>
            </a:fld>
            <a:endParaRPr lang="en-US" altLang="en-SA"/>
          </a:p>
        </p:txBody>
      </p:sp>
    </p:spTree>
    <p:extLst>
      <p:ext uri="{BB962C8B-B14F-4D97-AF65-F5344CB8AC3E}">
        <p14:creationId xmlns:p14="http://schemas.microsoft.com/office/powerpoint/2010/main" val="3350569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0875" y="11391988"/>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2809" y="11391988"/>
            <a:ext cx="12863592"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83C0463D-D1A3-663A-4B6F-9CC0A7583713}"/>
              </a:ext>
            </a:extLst>
          </p:cNvPr>
          <p:cNvSpPr>
            <a:spLocks noGrp="1"/>
          </p:cNvSpPr>
          <p:nvPr>
            <p:ph type="dt" sz="half" idx="10"/>
          </p:nvPr>
        </p:nvSpPr>
        <p:spPr/>
        <p:txBody>
          <a:bodyPr/>
          <a:lstStyle>
            <a:lvl1pPr>
              <a:defRPr/>
            </a:lvl1pPr>
          </a:lstStyle>
          <a:p>
            <a:pPr>
              <a:defRPr/>
            </a:pPr>
            <a:fld id="{8DE95001-A6ED-42D4-B8D6-AFA2D0AAA18B}" type="datetimeFigureOut">
              <a:rPr lang="en-US"/>
              <a:pPr>
                <a:defRPr/>
              </a:pPr>
              <a:t>5/24/2025</a:t>
            </a:fld>
            <a:endParaRPr lang="en-US"/>
          </a:p>
        </p:txBody>
      </p:sp>
      <p:sp>
        <p:nvSpPr>
          <p:cNvPr id="6" name="Footer Placeholder 4">
            <a:extLst>
              <a:ext uri="{FF2B5EF4-FFF2-40B4-BE49-F238E27FC236}">
                <a16:creationId xmlns:a16="http://schemas.microsoft.com/office/drawing/2014/main" id="{04E730B2-7301-8A43-2B48-2956AB4E0E4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192551E-A3A2-15B5-D496-CDE0120F195E}"/>
              </a:ext>
            </a:extLst>
          </p:cNvPr>
          <p:cNvSpPr>
            <a:spLocks noGrp="1"/>
          </p:cNvSpPr>
          <p:nvPr>
            <p:ph type="sldNum" sz="quarter" idx="12"/>
          </p:nvPr>
        </p:nvSpPr>
        <p:spPr/>
        <p:txBody>
          <a:bodyPr/>
          <a:lstStyle>
            <a:lvl1pPr>
              <a:defRPr/>
            </a:lvl1pPr>
          </a:lstStyle>
          <a:p>
            <a:pPr>
              <a:defRPr/>
            </a:pPr>
            <a:fld id="{5CE87B49-934F-445B-95FD-BB31C8F0FBDC}" type="slidenum">
              <a:rPr lang="en-US" altLang="en-SA"/>
              <a:pPr>
                <a:defRPr/>
              </a:pPr>
              <a:t>‹#›</a:t>
            </a:fld>
            <a:endParaRPr lang="en-US" altLang="en-SA"/>
          </a:p>
        </p:txBody>
      </p:sp>
    </p:spTree>
    <p:extLst>
      <p:ext uri="{BB962C8B-B14F-4D97-AF65-F5344CB8AC3E}">
        <p14:creationId xmlns:p14="http://schemas.microsoft.com/office/powerpoint/2010/main" val="2724740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278408"/>
            <a:ext cx="26105525" cy="827157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4821" y="10490535"/>
            <a:ext cx="12804474" cy="5141249"/>
          </a:xfrm>
        </p:spPr>
        <p:txBody>
          <a:bodyPr anchor="b"/>
          <a:lstStyle>
            <a:lvl1pPr marL="0" indent="0">
              <a:buNone/>
              <a:defRPr sz="5651" b="1"/>
            </a:lvl1pPr>
            <a:lvl2pPr marL="1067782" indent="0">
              <a:buNone/>
              <a:defRPr sz="4662" b="1"/>
            </a:lvl2pPr>
            <a:lvl3pPr marL="2135562" indent="0">
              <a:buNone/>
              <a:defRPr sz="4238" b="1"/>
            </a:lvl3pPr>
            <a:lvl4pPr marL="3203345" indent="0">
              <a:buNone/>
              <a:defRPr sz="3673" b="1"/>
            </a:lvl4pPr>
            <a:lvl5pPr marL="4271125" indent="0">
              <a:buNone/>
              <a:defRPr sz="3673" b="1"/>
            </a:lvl5pPr>
            <a:lvl6pPr marL="5338906" indent="0">
              <a:buNone/>
              <a:defRPr sz="3673" b="1"/>
            </a:lvl6pPr>
            <a:lvl7pPr marL="6406686" indent="0">
              <a:buNone/>
              <a:defRPr sz="3673" b="1"/>
            </a:lvl7pPr>
            <a:lvl8pPr marL="7474468" indent="0">
              <a:buNone/>
              <a:defRPr sz="3673" b="1"/>
            </a:lvl8pPr>
            <a:lvl9pPr marL="8542249" indent="0">
              <a:buNone/>
              <a:defRPr sz="3673" b="1"/>
            </a:lvl9pPr>
          </a:lstStyle>
          <a:p>
            <a:pPr lvl="0"/>
            <a:r>
              <a:rPr lang="en-US"/>
              <a:t>Click to edit Master text styles</a:t>
            </a:r>
          </a:p>
        </p:txBody>
      </p:sp>
      <p:sp>
        <p:nvSpPr>
          <p:cNvPr id="4" name="Content Placeholder 3"/>
          <p:cNvSpPr>
            <a:spLocks noGrp="1"/>
          </p:cNvSpPr>
          <p:nvPr>
            <p:ph sz="half" idx="2"/>
          </p:nvPr>
        </p:nvSpPr>
        <p:spPr>
          <a:xfrm>
            <a:off x="2084821" y="15631791"/>
            <a:ext cx="12804474" cy="2299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2813" y="10490535"/>
            <a:ext cx="12867535" cy="5141249"/>
          </a:xfrm>
        </p:spPr>
        <p:txBody>
          <a:bodyPr anchor="b"/>
          <a:lstStyle>
            <a:lvl1pPr marL="0" indent="0">
              <a:buNone/>
              <a:defRPr sz="5651" b="1"/>
            </a:lvl1pPr>
            <a:lvl2pPr marL="1067782" indent="0">
              <a:buNone/>
              <a:defRPr sz="4662" b="1"/>
            </a:lvl2pPr>
            <a:lvl3pPr marL="2135562" indent="0">
              <a:buNone/>
              <a:defRPr sz="4238" b="1"/>
            </a:lvl3pPr>
            <a:lvl4pPr marL="3203345" indent="0">
              <a:buNone/>
              <a:defRPr sz="3673" b="1"/>
            </a:lvl4pPr>
            <a:lvl5pPr marL="4271125" indent="0">
              <a:buNone/>
              <a:defRPr sz="3673" b="1"/>
            </a:lvl5pPr>
            <a:lvl6pPr marL="5338906" indent="0">
              <a:buNone/>
              <a:defRPr sz="3673" b="1"/>
            </a:lvl6pPr>
            <a:lvl7pPr marL="6406686" indent="0">
              <a:buNone/>
              <a:defRPr sz="3673" b="1"/>
            </a:lvl7pPr>
            <a:lvl8pPr marL="7474468" indent="0">
              <a:buNone/>
              <a:defRPr sz="3673" b="1"/>
            </a:lvl8pPr>
            <a:lvl9pPr marL="8542249" indent="0">
              <a:buNone/>
              <a:defRPr sz="3673" b="1"/>
            </a:lvl9pPr>
          </a:lstStyle>
          <a:p>
            <a:pPr lvl="0"/>
            <a:r>
              <a:rPr lang="en-US"/>
              <a:t>Click to edit Master text styles</a:t>
            </a:r>
          </a:p>
        </p:txBody>
      </p:sp>
      <p:sp>
        <p:nvSpPr>
          <p:cNvPr id="6" name="Content Placeholder 5"/>
          <p:cNvSpPr>
            <a:spLocks noGrp="1"/>
          </p:cNvSpPr>
          <p:nvPr>
            <p:ph sz="quarter" idx="4"/>
          </p:nvPr>
        </p:nvSpPr>
        <p:spPr>
          <a:xfrm>
            <a:off x="15322813" y="15631791"/>
            <a:ext cx="12867535" cy="2299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BD7F6A4D-F8CB-127A-68BA-73CE8F7D8B0B}"/>
              </a:ext>
            </a:extLst>
          </p:cNvPr>
          <p:cNvSpPr>
            <a:spLocks noGrp="1"/>
          </p:cNvSpPr>
          <p:nvPr>
            <p:ph type="dt" sz="half" idx="10"/>
          </p:nvPr>
        </p:nvSpPr>
        <p:spPr/>
        <p:txBody>
          <a:bodyPr/>
          <a:lstStyle>
            <a:lvl1pPr>
              <a:defRPr/>
            </a:lvl1pPr>
          </a:lstStyle>
          <a:p>
            <a:pPr>
              <a:defRPr/>
            </a:pPr>
            <a:fld id="{A193411A-B411-43B1-B975-7F98B05D325C}" type="datetimeFigureOut">
              <a:rPr lang="en-US"/>
              <a:pPr>
                <a:defRPr/>
              </a:pPr>
              <a:t>5/24/2025</a:t>
            </a:fld>
            <a:endParaRPr lang="en-US"/>
          </a:p>
        </p:txBody>
      </p:sp>
      <p:sp>
        <p:nvSpPr>
          <p:cNvPr id="8" name="Footer Placeholder 4">
            <a:extLst>
              <a:ext uri="{FF2B5EF4-FFF2-40B4-BE49-F238E27FC236}">
                <a16:creationId xmlns:a16="http://schemas.microsoft.com/office/drawing/2014/main" id="{804447A2-D499-C30F-D858-247CED7AF84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2E307F4-E25D-741C-3F06-E4D1D64BB050}"/>
              </a:ext>
            </a:extLst>
          </p:cNvPr>
          <p:cNvSpPr>
            <a:spLocks noGrp="1"/>
          </p:cNvSpPr>
          <p:nvPr>
            <p:ph type="sldNum" sz="quarter" idx="12"/>
          </p:nvPr>
        </p:nvSpPr>
        <p:spPr/>
        <p:txBody>
          <a:bodyPr/>
          <a:lstStyle>
            <a:lvl1pPr>
              <a:defRPr/>
            </a:lvl1pPr>
          </a:lstStyle>
          <a:p>
            <a:pPr>
              <a:defRPr/>
            </a:pPr>
            <a:fld id="{8483FF1C-8E5C-47DF-A1D5-0433855D3ABB}" type="slidenum">
              <a:rPr lang="en-US" altLang="en-SA"/>
              <a:pPr>
                <a:defRPr/>
              </a:pPr>
              <a:t>‹#›</a:t>
            </a:fld>
            <a:endParaRPr lang="en-US" altLang="en-SA"/>
          </a:p>
        </p:txBody>
      </p:sp>
    </p:spTree>
    <p:extLst>
      <p:ext uri="{BB962C8B-B14F-4D97-AF65-F5344CB8AC3E}">
        <p14:creationId xmlns:p14="http://schemas.microsoft.com/office/powerpoint/2010/main" val="1284845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4469950-6D5A-5138-BBCA-6487092BC9E8}"/>
              </a:ext>
            </a:extLst>
          </p:cNvPr>
          <p:cNvSpPr>
            <a:spLocks noGrp="1"/>
          </p:cNvSpPr>
          <p:nvPr>
            <p:ph type="dt" sz="half" idx="10"/>
          </p:nvPr>
        </p:nvSpPr>
        <p:spPr/>
        <p:txBody>
          <a:bodyPr/>
          <a:lstStyle>
            <a:lvl1pPr>
              <a:defRPr/>
            </a:lvl1pPr>
          </a:lstStyle>
          <a:p>
            <a:pPr>
              <a:defRPr/>
            </a:pPr>
            <a:fld id="{4C95E176-F502-41C8-852E-630559481458}" type="datetimeFigureOut">
              <a:rPr lang="en-US"/>
              <a:pPr>
                <a:defRPr/>
              </a:pPr>
              <a:t>5/24/2025</a:t>
            </a:fld>
            <a:endParaRPr lang="en-US"/>
          </a:p>
        </p:txBody>
      </p:sp>
      <p:sp>
        <p:nvSpPr>
          <p:cNvPr id="4" name="Footer Placeholder 4">
            <a:extLst>
              <a:ext uri="{FF2B5EF4-FFF2-40B4-BE49-F238E27FC236}">
                <a16:creationId xmlns:a16="http://schemas.microsoft.com/office/drawing/2014/main" id="{761CA8E5-5B61-F150-3A90-2BDC707FD50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A3C0264-D1FB-BB6F-3C57-172234AECC60}"/>
              </a:ext>
            </a:extLst>
          </p:cNvPr>
          <p:cNvSpPr>
            <a:spLocks noGrp="1"/>
          </p:cNvSpPr>
          <p:nvPr>
            <p:ph type="sldNum" sz="quarter" idx="12"/>
          </p:nvPr>
        </p:nvSpPr>
        <p:spPr/>
        <p:txBody>
          <a:bodyPr/>
          <a:lstStyle>
            <a:lvl1pPr>
              <a:defRPr/>
            </a:lvl1pPr>
          </a:lstStyle>
          <a:p>
            <a:pPr>
              <a:defRPr/>
            </a:pPr>
            <a:fld id="{B877E57A-E31C-42DB-9AD2-F5D2EE392C0F}" type="slidenum">
              <a:rPr lang="en-US" altLang="en-SA"/>
              <a:pPr>
                <a:defRPr/>
              </a:pPr>
              <a:t>‹#›</a:t>
            </a:fld>
            <a:endParaRPr lang="en-US" altLang="en-SA"/>
          </a:p>
        </p:txBody>
      </p:sp>
    </p:spTree>
    <p:extLst>
      <p:ext uri="{BB962C8B-B14F-4D97-AF65-F5344CB8AC3E}">
        <p14:creationId xmlns:p14="http://schemas.microsoft.com/office/powerpoint/2010/main" val="1527620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A0338A2-93E7-444E-B8FB-12B45AE9C61C}"/>
              </a:ext>
            </a:extLst>
          </p:cNvPr>
          <p:cNvSpPr>
            <a:spLocks noGrp="1"/>
          </p:cNvSpPr>
          <p:nvPr>
            <p:ph type="dt" sz="half" idx="10"/>
          </p:nvPr>
        </p:nvSpPr>
        <p:spPr/>
        <p:txBody>
          <a:bodyPr/>
          <a:lstStyle>
            <a:lvl1pPr>
              <a:defRPr/>
            </a:lvl1pPr>
          </a:lstStyle>
          <a:p>
            <a:pPr>
              <a:defRPr/>
            </a:pPr>
            <a:fld id="{0C63226B-C785-4333-BDC2-EE038B0AEF75}" type="datetimeFigureOut">
              <a:rPr lang="en-US"/>
              <a:pPr>
                <a:defRPr/>
              </a:pPr>
              <a:t>5/24/2025</a:t>
            </a:fld>
            <a:endParaRPr lang="en-US"/>
          </a:p>
        </p:txBody>
      </p:sp>
      <p:sp>
        <p:nvSpPr>
          <p:cNvPr id="3" name="Footer Placeholder 4">
            <a:extLst>
              <a:ext uri="{FF2B5EF4-FFF2-40B4-BE49-F238E27FC236}">
                <a16:creationId xmlns:a16="http://schemas.microsoft.com/office/drawing/2014/main" id="{0A545058-6E34-5F94-AAF3-95A82426BFD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DE2C0AB-420C-BD52-D130-BF4C419119ED}"/>
              </a:ext>
            </a:extLst>
          </p:cNvPr>
          <p:cNvSpPr>
            <a:spLocks noGrp="1"/>
          </p:cNvSpPr>
          <p:nvPr>
            <p:ph type="sldNum" sz="quarter" idx="12"/>
          </p:nvPr>
        </p:nvSpPr>
        <p:spPr/>
        <p:txBody>
          <a:bodyPr/>
          <a:lstStyle>
            <a:lvl1pPr>
              <a:defRPr/>
            </a:lvl1pPr>
          </a:lstStyle>
          <a:p>
            <a:pPr>
              <a:defRPr/>
            </a:pPr>
            <a:fld id="{4EFA6890-D5F6-4232-B9D0-E0006E5BD379}" type="slidenum">
              <a:rPr lang="en-US" altLang="en-SA"/>
              <a:pPr>
                <a:defRPr/>
              </a:pPr>
              <a:t>‹#›</a:t>
            </a:fld>
            <a:endParaRPr lang="en-US" altLang="en-SA"/>
          </a:p>
        </p:txBody>
      </p:sp>
    </p:spTree>
    <p:extLst>
      <p:ext uri="{BB962C8B-B14F-4D97-AF65-F5344CB8AC3E}">
        <p14:creationId xmlns:p14="http://schemas.microsoft.com/office/powerpoint/2010/main" val="3717846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54"/>
            <a:ext cx="9761984" cy="9985321"/>
          </a:xfrm>
        </p:spPr>
        <p:txBody>
          <a:bodyPr anchor="b"/>
          <a:lstStyle>
            <a:lvl1pPr>
              <a:defRPr sz="7488"/>
            </a:lvl1pPr>
          </a:lstStyle>
          <a:p>
            <a:r>
              <a:rPr lang="en-US"/>
              <a:t>Click to edit Master title style</a:t>
            </a:r>
            <a:endParaRPr lang="en-US" dirty="0"/>
          </a:p>
        </p:txBody>
      </p:sp>
      <p:sp>
        <p:nvSpPr>
          <p:cNvPr id="3" name="Content Placeholder 2"/>
          <p:cNvSpPr>
            <a:spLocks noGrp="1"/>
          </p:cNvSpPr>
          <p:nvPr>
            <p:ph idx="1"/>
          </p:nvPr>
        </p:nvSpPr>
        <p:spPr>
          <a:xfrm>
            <a:off x="12867535" y="6161588"/>
            <a:ext cx="15322808" cy="30411646"/>
          </a:xfrm>
        </p:spPr>
        <p:txBody>
          <a:bodyPr/>
          <a:lstStyle>
            <a:lvl1pPr>
              <a:defRPr sz="7488"/>
            </a:lvl1pPr>
            <a:lvl2pPr>
              <a:defRPr sz="6499"/>
            </a:lvl2pPr>
            <a:lvl3pPr>
              <a:defRPr sz="5651"/>
            </a:lvl3pPr>
            <a:lvl4pPr>
              <a:defRPr sz="4662"/>
            </a:lvl4pPr>
            <a:lvl5pPr>
              <a:defRPr sz="4662"/>
            </a:lvl5pPr>
            <a:lvl6pPr>
              <a:defRPr sz="4662"/>
            </a:lvl6pPr>
            <a:lvl7pPr>
              <a:defRPr sz="4662"/>
            </a:lvl7pPr>
            <a:lvl8pPr>
              <a:defRPr sz="4662"/>
            </a:lvl8pPr>
            <a:lvl9pPr>
              <a:defRPr sz="46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4817" y="12838274"/>
            <a:ext cx="9761984" cy="23784486"/>
          </a:xfrm>
        </p:spPr>
        <p:txBody>
          <a:bodyPr/>
          <a:lstStyle>
            <a:lvl1pPr marL="0" indent="0">
              <a:buNone/>
              <a:defRPr sz="3673"/>
            </a:lvl1pPr>
            <a:lvl2pPr marL="1067782" indent="0">
              <a:buNone/>
              <a:defRPr sz="3249"/>
            </a:lvl2pPr>
            <a:lvl3pPr marL="2135562" indent="0">
              <a:buNone/>
              <a:defRPr sz="2826"/>
            </a:lvl3pPr>
            <a:lvl4pPr marL="3203345" indent="0">
              <a:buNone/>
              <a:defRPr sz="2402"/>
            </a:lvl4pPr>
            <a:lvl5pPr marL="4271125" indent="0">
              <a:buNone/>
              <a:defRPr sz="2402"/>
            </a:lvl5pPr>
            <a:lvl6pPr marL="5338906" indent="0">
              <a:buNone/>
              <a:defRPr sz="2402"/>
            </a:lvl6pPr>
            <a:lvl7pPr marL="6406686" indent="0">
              <a:buNone/>
              <a:defRPr sz="2402"/>
            </a:lvl7pPr>
            <a:lvl8pPr marL="7474468" indent="0">
              <a:buNone/>
              <a:defRPr sz="2402"/>
            </a:lvl8pPr>
            <a:lvl9pPr marL="8542249" indent="0">
              <a:buNone/>
              <a:defRPr sz="2402"/>
            </a:lvl9pPr>
          </a:lstStyle>
          <a:p>
            <a:pPr lvl="0"/>
            <a:r>
              <a:rPr lang="en-US"/>
              <a:t>Click to edit Master text styles</a:t>
            </a:r>
          </a:p>
        </p:txBody>
      </p:sp>
      <p:sp>
        <p:nvSpPr>
          <p:cNvPr id="5" name="Date Placeholder 3">
            <a:extLst>
              <a:ext uri="{FF2B5EF4-FFF2-40B4-BE49-F238E27FC236}">
                <a16:creationId xmlns:a16="http://schemas.microsoft.com/office/drawing/2014/main" id="{36FFC89A-4FE9-F588-D700-E9A7B2132EC9}"/>
              </a:ext>
            </a:extLst>
          </p:cNvPr>
          <p:cNvSpPr>
            <a:spLocks noGrp="1"/>
          </p:cNvSpPr>
          <p:nvPr>
            <p:ph type="dt" sz="half" idx="10"/>
          </p:nvPr>
        </p:nvSpPr>
        <p:spPr/>
        <p:txBody>
          <a:bodyPr/>
          <a:lstStyle>
            <a:lvl1pPr>
              <a:defRPr/>
            </a:lvl1pPr>
          </a:lstStyle>
          <a:p>
            <a:pPr>
              <a:defRPr/>
            </a:pPr>
            <a:fld id="{5189D317-1E82-4616-AE14-973379DA2808}" type="datetimeFigureOut">
              <a:rPr lang="en-US"/>
              <a:pPr>
                <a:defRPr/>
              </a:pPr>
              <a:t>5/24/2025</a:t>
            </a:fld>
            <a:endParaRPr lang="en-US"/>
          </a:p>
        </p:txBody>
      </p:sp>
      <p:sp>
        <p:nvSpPr>
          <p:cNvPr id="6" name="Footer Placeholder 4">
            <a:extLst>
              <a:ext uri="{FF2B5EF4-FFF2-40B4-BE49-F238E27FC236}">
                <a16:creationId xmlns:a16="http://schemas.microsoft.com/office/drawing/2014/main" id="{94BE3224-4662-C2AF-9989-9CD15CDEB36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AF43B61-29BF-47BA-F618-0F8DE06321D2}"/>
              </a:ext>
            </a:extLst>
          </p:cNvPr>
          <p:cNvSpPr>
            <a:spLocks noGrp="1"/>
          </p:cNvSpPr>
          <p:nvPr>
            <p:ph type="sldNum" sz="quarter" idx="12"/>
          </p:nvPr>
        </p:nvSpPr>
        <p:spPr/>
        <p:txBody>
          <a:bodyPr/>
          <a:lstStyle>
            <a:lvl1pPr>
              <a:defRPr/>
            </a:lvl1pPr>
          </a:lstStyle>
          <a:p>
            <a:pPr>
              <a:defRPr/>
            </a:pPr>
            <a:fld id="{1AAFA394-6DBA-491D-A053-102038E038BD}" type="slidenum">
              <a:rPr lang="en-US" altLang="en-SA"/>
              <a:pPr>
                <a:defRPr/>
              </a:pPr>
              <a:t>‹#›</a:t>
            </a:fld>
            <a:endParaRPr lang="en-US" altLang="en-SA"/>
          </a:p>
        </p:txBody>
      </p:sp>
    </p:spTree>
    <p:extLst>
      <p:ext uri="{BB962C8B-B14F-4D97-AF65-F5344CB8AC3E}">
        <p14:creationId xmlns:p14="http://schemas.microsoft.com/office/powerpoint/2010/main" val="2968220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4817" y="2852954"/>
            <a:ext cx="9761984" cy="9985321"/>
          </a:xfrm>
        </p:spPr>
        <p:txBody>
          <a:bodyPr anchor="b"/>
          <a:lstStyle>
            <a:lvl1pPr>
              <a:defRPr sz="748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67535" y="6161588"/>
            <a:ext cx="15322808" cy="30411646"/>
          </a:xfrm>
        </p:spPr>
        <p:txBody>
          <a:bodyPr rtlCol="0">
            <a:normAutofit/>
          </a:bodyPr>
          <a:lstStyle>
            <a:lvl1pPr marL="0" indent="0">
              <a:buNone/>
              <a:defRPr sz="7488"/>
            </a:lvl1pPr>
            <a:lvl2pPr marL="1067782" indent="0">
              <a:buNone/>
              <a:defRPr sz="6499"/>
            </a:lvl2pPr>
            <a:lvl3pPr marL="2135562" indent="0">
              <a:buNone/>
              <a:defRPr sz="5651"/>
            </a:lvl3pPr>
            <a:lvl4pPr marL="3203345" indent="0">
              <a:buNone/>
              <a:defRPr sz="4662"/>
            </a:lvl4pPr>
            <a:lvl5pPr marL="4271125" indent="0">
              <a:buNone/>
              <a:defRPr sz="4662"/>
            </a:lvl5pPr>
            <a:lvl6pPr marL="5338906" indent="0">
              <a:buNone/>
              <a:defRPr sz="4662"/>
            </a:lvl6pPr>
            <a:lvl7pPr marL="6406686" indent="0">
              <a:buNone/>
              <a:defRPr sz="4662"/>
            </a:lvl7pPr>
            <a:lvl8pPr marL="7474468" indent="0">
              <a:buNone/>
              <a:defRPr sz="4662"/>
            </a:lvl8pPr>
            <a:lvl9pPr marL="8542249" indent="0">
              <a:buNone/>
              <a:defRPr sz="4662"/>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084817" y="12838274"/>
            <a:ext cx="9761984" cy="23784486"/>
          </a:xfrm>
        </p:spPr>
        <p:txBody>
          <a:bodyPr/>
          <a:lstStyle>
            <a:lvl1pPr marL="0" indent="0">
              <a:buNone/>
              <a:defRPr sz="3673"/>
            </a:lvl1pPr>
            <a:lvl2pPr marL="1067782" indent="0">
              <a:buNone/>
              <a:defRPr sz="3249"/>
            </a:lvl2pPr>
            <a:lvl3pPr marL="2135562" indent="0">
              <a:buNone/>
              <a:defRPr sz="2826"/>
            </a:lvl3pPr>
            <a:lvl4pPr marL="3203345" indent="0">
              <a:buNone/>
              <a:defRPr sz="2402"/>
            </a:lvl4pPr>
            <a:lvl5pPr marL="4271125" indent="0">
              <a:buNone/>
              <a:defRPr sz="2402"/>
            </a:lvl5pPr>
            <a:lvl6pPr marL="5338906" indent="0">
              <a:buNone/>
              <a:defRPr sz="2402"/>
            </a:lvl6pPr>
            <a:lvl7pPr marL="6406686" indent="0">
              <a:buNone/>
              <a:defRPr sz="2402"/>
            </a:lvl7pPr>
            <a:lvl8pPr marL="7474468" indent="0">
              <a:buNone/>
              <a:defRPr sz="2402"/>
            </a:lvl8pPr>
            <a:lvl9pPr marL="8542249" indent="0">
              <a:buNone/>
              <a:defRPr sz="2402"/>
            </a:lvl9pPr>
          </a:lstStyle>
          <a:p>
            <a:pPr lvl="0"/>
            <a:r>
              <a:rPr lang="en-US"/>
              <a:t>Click to edit Master text styles</a:t>
            </a:r>
          </a:p>
        </p:txBody>
      </p:sp>
      <p:sp>
        <p:nvSpPr>
          <p:cNvPr id="5" name="Date Placeholder 3">
            <a:extLst>
              <a:ext uri="{FF2B5EF4-FFF2-40B4-BE49-F238E27FC236}">
                <a16:creationId xmlns:a16="http://schemas.microsoft.com/office/drawing/2014/main" id="{2E96D2B2-86CB-2815-4E21-5EA024AB5CC3}"/>
              </a:ext>
            </a:extLst>
          </p:cNvPr>
          <p:cNvSpPr>
            <a:spLocks noGrp="1"/>
          </p:cNvSpPr>
          <p:nvPr>
            <p:ph type="dt" sz="half" idx="10"/>
          </p:nvPr>
        </p:nvSpPr>
        <p:spPr/>
        <p:txBody>
          <a:bodyPr/>
          <a:lstStyle>
            <a:lvl1pPr>
              <a:defRPr/>
            </a:lvl1pPr>
          </a:lstStyle>
          <a:p>
            <a:pPr>
              <a:defRPr/>
            </a:pPr>
            <a:fld id="{72941CD8-94F9-44BE-A4DE-743BB5D6D23A}" type="datetimeFigureOut">
              <a:rPr lang="en-US"/>
              <a:pPr>
                <a:defRPr/>
              </a:pPr>
              <a:t>5/24/2025</a:t>
            </a:fld>
            <a:endParaRPr lang="en-US"/>
          </a:p>
        </p:txBody>
      </p:sp>
      <p:sp>
        <p:nvSpPr>
          <p:cNvPr id="6" name="Footer Placeholder 4">
            <a:extLst>
              <a:ext uri="{FF2B5EF4-FFF2-40B4-BE49-F238E27FC236}">
                <a16:creationId xmlns:a16="http://schemas.microsoft.com/office/drawing/2014/main" id="{DA4D3C44-6E1A-9382-BEB6-AB5D290F0D0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6D31695-3378-A37B-BE3B-A95677B5C4C4}"/>
              </a:ext>
            </a:extLst>
          </p:cNvPr>
          <p:cNvSpPr>
            <a:spLocks noGrp="1"/>
          </p:cNvSpPr>
          <p:nvPr>
            <p:ph type="sldNum" sz="quarter" idx="12"/>
          </p:nvPr>
        </p:nvSpPr>
        <p:spPr/>
        <p:txBody>
          <a:bodyPr/>
          <a:lstStyle>
            <a:lvl1pPr>
              <a:defRPr/>
            </a:lvl1pPr>
          </a:lstStyle>
          <a:p>
            <a:pPr>
              <a:defRPr/>
            </a:pPr>
            <a:fld id="{9FF9789C-3D91-4196-8521-1F1B126023AE}" type="slidenum">
              <a:rPr lang="en-US" altLang="en-SA"/>
              <a:pPr>
                <a:defRPr/>
              </a:pPr>
              <a:t>‹#›</a:t>
            </a:fld>
            <a:endParaRPr lang="en-US" altLang="en-SA"/>
          </a:p>
        </p:txBody>
      </p:sp>
    </p:spTree>
    <p:extLst>
      <p:ext uri="{BB962C8B-B14F-4D97-AF65-F5344CB8AC3E}">
        <p14:creationId xmlns:p14="http://schemas.microsoft.com/office/powerpoint/2010/main" val="18767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EA157B-ED83-4DB7-51D3-B0C581C7308B}"/>
              </a:ext>
            </a:extLst>
          </p:cNvPr>
          <p:cNvSpPr>
            <a:spLocks noGrp="1"/>
          </p:cNvSpPr>
          <p:nvPr>
            <p:ph type="dt" sz="half" idx="10"/>
          </p:nvPr>
        </p:nvSpPr>
        <p:spPr/>
        <p:txBody>
          <a:bodyPr/>
          <a:lstStyle>
            <a:lvl1pPr>
              <a:defRPr/>
            </a:lvl1pPr>
          </a:lstStyle>
          <a:p>
            <a:pPr>
              <a:defRPr/>
            </a:pPr>
            <a:fld id="{6A156C84-952A-47BE-B23F-C63ADD9FEC4A}" type="datetimeFigureOut">
              <a:rPr lang="en-US"/>
              <a:pPr>
                <a:defRPr/>
              </a:pPr>
              <a:t>5/24/2025</a:t>
            </a:fld>
            <a:endParaRPr lang="en-US"/>
          </a:p>
        </p:txBody>
      </p:sp>
      <p:sp>
        <p:nvSpPr>
          <p:cNvPr id="5" name="Footer Placeholder 4">
            <a:extLst>
              <a:ext uri="{FF2B5EF4-FFF2-40B4-BE49-F238E27FC236}">
                <a16:creationId xmlns:a16="http://schemas.microsoft.com/office/drawing/2014/main" id="{8DF2AC94-DBCD-806C-8B9B-256CDC72C5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CFA26D6-3E9F-C8DA-92A6-B37739EB0EB8}"/>
              </a:ext>
            </a:extLst>
          </p:cNvPr>
          <p:cNvSpPr>
            <a:spLocks noGrp="1"/>
          </p:cNvSpPr>
          <p:nvPr>
            <p:ph type="sldNum" sz="quarter" idx="12"/>
          </p:nvPr>
        </p:nvSpPr>
        <p:spPr/>
        <p:txBody>
          <a:bodyPr/>
          <a:lstStyle>
            <a:lvl1pPr>
              <a:defRPr/>
            </a:lvl1pPr>
          </a:lstStyle>
          <a:p>
            <a:pPr>
              <a:defRPr/>
            </a:pPr>
            <a:fld id="{68C0E5F6-4A25-4447-96DD-070CC5045DA6}" type="slidenum">
              <a:rPr lang="en-US" altLang="en-SA"/>
              <a:pPr>
                <a:defRPr/>
              </a:pPr>
              <a:t>‹#›</a:t>
            </a:fld>
            <a:endParaRPr lang="en-US" altLang="en-SA"/>
          </a:p>
        </p:txBody>
      </p:sp>
    </p:spTree>
    <p:extLst>
      <p:ext uri="{BB962C8B-B14F-4D97-AF65-F5344CB8AC3E}">
        <p14:creationId xmlns:p14="http://schemas.microsoft.com/office/powerpoint/2010/main" val="3099194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0024" y="2278400"/>
            <a:ext cx="6526381" cy="362661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0878" y="2278400"/>
            <a:ext cx="19200802" cy="362661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35D3B8-CDDC-02B3-6296-97950BD31AD5}"/>
              </a:ext>
            </a:extLst>
          </p:cNvPr>
          <p:cNvSpPr>
            <a:spLocks noGrp="1"/>
          </p:cNvSpPr>
          <p:nvPr>
            <p:ph type="dt" sz="half" idx="10"/>
          </p:nvPr>
        </p:nvSpPr>
        <p:spPr/>
        <p:txBody>
          <a:bodyPr/>
          <a:lstStyle>
            <a:lvl1pPr>
              <a:defRPr/>
            </a:lvl1pPr>
          </a:lstStyle>
          <a:p>
            <a:pPr>
              <a:defRPr/>
            </a:pPr>
            <a:fld id="{A0E4A563-A4CF-4876-A1DA-E65DA82D77C2}" type="datetimeFigureOut">
              <a:rPr lang="en-US"/>
              <a:pPr>
                <a:defRPr/>
              </a:pPr>
              <a:t>5/24/2025</a:t>
            </a:fld>
            <a:endParaRPr lang="en-US"/>
          </a:p>
        </p:txBody>
      </p:sp>
      <p:sp>
        <p:nvSpPr>
          <p:cNvPr id="5" name="Footer Placeholder 4">
            <a:extLst>
              <a:ext uri="{FF2B5EF4-FFF2-40B4-BE49-F238E27FC236}">
                <a16:creationId xmlns:a16="http://schemas.microsoft.com/office/drawing/2014/main" id="{72C0CF2E-0B15-B561-94AF-EBD117DD3F0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41A6CD-C3C1-8A22-5861-2FE344E1D61B}"/>
              </a:ext>
            </a:extLst>
          </p:cNvPr>
          <p:cNvSpPr>
            <a:spLocks noGrp="1"/>
          </p:cNvSpPr>
          <p:nvPr>
            <p:ph type="sldNum" sz="quarter" idx="12"/>
          </p:nvPr>
        </p:nvSpPr>
        <p:spPr/>
        <p:txBody>
          <a:bodyPr/>
          <a:lstStyle>
            <a:lvl1pPr>
              <a:defRPr/>
            </a:lvl1pPr>
          </a:lstStyle>
          <a:p>
            <a:pPr>
              <a:defRPr/>
            </a:pPr>
            <a:fld id="{51D04D42-AF7C-4F98-B1EB-A0358CC0332D}" type="slidenum">
              <a:rPr lang="en-US" altLang="en-SA"/>
              <a:pPr>
                <a:defRPr/>
              </a:pPr>
              <a:t>‹#›</a:t>
            </a:fld>
            <a:endParaRPr lang="en-US" altLang="en-SA"/>
          </a:p>
        </p:txBody>
      </p:sp>
    </p:spTree>
    <p:extLst>
      <p:ext uri="{BB962C8B-B14F-4D97-AF65-F5344CB8AC3E}">
        <p14:creationId xmlns:p14="http://schemas.microsoft.com/office/powerpoint/2010/main" val="3135535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93330AD-ABCA-B2AC-BF8C-D38502AA3C45}"/>
              </a:ext>
            </a:extLst>
          </p:cNvPr>
          <p:cNvSpPr>
            <a:spLocks noGrp="1"/>
          </p:cNvSpPr>
          <p:nvPr>
            <p:ph type="title"/>
          </p:nvPr>
        </p:nvSpPr>
        <p:spPr bwMode="auto">
          <a:xfrm>
            <a:off x="2081213" y="2279650"/>
            <a:ext cx="26104850" cy="826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4639" tIns="32319" rIns="64639" bIns="32319"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C410FE3-7AC9-DDB1-066C-E54CD0C61864}"/>
              </a:ext>
            </a:extLst>
          </p:cNvPr>
          <p:cNvSpPr>
            <a:spLocks noGrp="1"/>
          </p:cNvSpPr>
          <p:nvPr>
            <p:ph type="body" idx="1"/>
          </p:nvPr>
        </p:nvSpPr>
        <p:spPr bwMode="auto">
          <a:xfrm>
            <a:off x="2081213" y="11393488"/>
            <a:ext cx="26104850" cy="2715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4639" tIns="32319" rIns="64639" bIns="3231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D61B913-933D-98C9-71AD-03EF11AE1B0C}"/>
              </a:ext>
            </a:extLst>
          </p:cNvPr>
          <p:cNvSpPr>
            <a:spLocks noGrp="1"/>
          </p:cNvSpPr>
          <p:nvPr>
            <p:ph type="dt" sz="half" idx="2"/>
          </p:nvPr>
        </p:nvSpPr>
        <p:spPr>
          <a:xfrm>
            <a:off x="2081213" y="39663688"/>
            <a:ext cx="6808787" cy="2278062"/>
          </a:xfrm>
          <a:prstGeom prst="rect">
            <a:avLst/>
          </a:prstGeom>
        </p:spPr>
        <p:txBody>
          <a:bodyPr vert="horz" lIns="64639" tIns="32319" rIns="64639" bIns="32319" rtlCol="0" anchor="ctr"/>
          <a:lstStyle>
            <a:lvl1pPr algn="l" defTabSz="2476376" eaLnBrk="1" fontAlgn="auto" hangingPunct="1">
              <a:spcBef>
                <a:spcPts val="0"/>
              </a:spcBef>
              <a:spcAft>
                <a:spcPts val="0"/>
              </a:spcAft>
              <a:defRPr sz="2826">
                <a:solidFill>
                  <a:schemeClr val="tx1">
                    <a:tint val="75000"/>
                  </a:schemeClr>
                </a:solidFill>
                <a:latin typeface="+mn-lt"/>
              </a:defRPr>
            </a:lvl1pPr>
          </a:lstStyle>
          <a:p>
            <a:pPr>
              <a:defRPr/>
            </a:pPr>
            <a:fld id="{DCF1CB5A-F6E1-4C38-AB0A-A9E4557F82E4}" type="datetimeFigureOut">
              <a:rPr lang="en-US"/>
              <a:pPr>
                <a:defRPr/>
              </a:pPr>
              <a:t>5/24/2025</a:t>
            </a:fld>
            <a:endParaRPr lang="en-US"/>
          </a:p>
        </p:txBody>
      </p:sp>
      <p:sp>
        <p:nvSpPr>
          <p:cNvPr id="5" name="Footer Placeholder 4">
            <a:extLst>
              <a:ext uri="{FF2B5EF4-FFF2-40B4-BE49-F238E27FC236}">
                <a16:creationId xmlns:a16="http://schemas.microsoft.com/office/drawing/2014/main" id="{A095D552-A557-1E74-385C-53CC720850C3}"/>
              </a:ext>
            </a:extLst>
          </p:cNvPr>
          <p:cNvSpPr>
            <a:spLocks noGrp="1"/>
          </p:cNvSpPr>
          <p:nvPr>
            <p:ph type="ftr" sz="quarter" idx="3"/>
          </p:nvPr>
        </p:nvSpPr>
        <p:spPr>
          <a:xfrm>
            <a:off x="10025063" y="39663688"/>
            <a:ext cx="10217150" cy="2278062"/>
          </a:xfrm>
          <a:prstGeom prst="rect">
            <a:avLst/>
          </a:prstGeom>
        </p:spPr>
        <p:txBody>
          <a:bodyPr vert="horz" lIns="64639" tIns="32319" rIns="64639" bIns="32319" rtlCol="0" anchor="ctr"/>
          <a:lstStyle>
            <a:lvl1pPr algn="ctr" defTabSz="2476376" eaLnBrk="1" fontAlgn="auto" hangingPunct="1">
              <a:spcBef>
                <a:spcPts val="0"/>
              </a:spcBef>
              <a:spcAft>
                <a:spcPts val="0"/>
              </a:spcAft>
              <a:defRPr sz="2826">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9E37A76-532F-DFB7-F512-68E2B62C0A20}"/>
              </a:ext>
            </a:extLst>
          </p:cNvPr>
          <p:cNvSpPr>
            <a:spLocks noGrp="1"/>
          </p:cNvSpPr>
          <p:nvPr>
            <p:ph type="sldNum" sz="quarter" idx="4"/>
          </p:nvPr>
        </p:nvSpPr>
        <p:spPr>
          <a:xfrm>
            <a:off x="21377275" y="39663688"/>
            <a:ext cx="6808788" cy="2278062"/>
          </a:xfrm>
          <a:prstGeom prst="rect">
            <a:avLst/>
          </a:prstGeom>
        </p:spPr>
        <p:txBody>
          <a:bodyPr vert="horz" wrap="square" lIns="64639" tIns="32319" rIns="64639" bIns="32319" numCol="1" anchor="ctr" anchorCtr="0" compatLnSpc="1">
            <a:prstTxWarp prst="textNoShape">
              <a:avLst/>
            </a:prstTxWarp>
          </a:bodyPr>
          <a:lstStyle>
            <a:lvl1pPr algn="r" eaLnBrk="1" hangingPunct="1">
              <a:defRPr sz="2800">
                <a:solidFill>
                  <a:srgbClr val="898989"/>
                </a:solidFill>
              </a:defRPr>
            </a:lvl1pPr>
          </a:lstStyle>
          <a:p>
            <a:pPr>
              <a:defRPr/>
            </a:pPr>
            <a:fld id="{F20FB8E7-B59A-4225-B8D4-931C4ADC6BBB}" type="slidenum">
              <a:rPr lang="en-US" altLang="en-SA"/>
              <a:pPr>
                <a:defRPr/>
              </a:pPr>
              <a:t>‹#›</a:t>
            </a:fld>
            <a:endParaRPr lang="en-US" altLang="en-SA"/>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3600" rtl="0" eaLnBrk="0" fontAlgn="base" hangingPunct="0">
        <a:lnSpc>
          <a:spcPct val="90000"/>
        </a:lnSpc>
        <a:spcBef>
          <a:spcPct val="0"/>
        </a:spcBef>
        <a:spcAft>
          <a:spcPct val="0"/>
        </a:spcAft>
        <a:defRPr sz="10300" kern="1200">
          <a:solidFill>
            <a:schemeClr val="tx1"/>
          </a:solidFill>
          <a:latin typeface="+mj-lt"/>
          <a:ea typeface="+mj-ea"/>
          <a:cs typeface="+mj-cs"/>
        </a:defRPr>
      </a:lvl1pPr>
      <a:lvl2pPr algn="l" defTabSz="2133600" rtl="0" eaLnBrk="0" fontAlgn="base" hangingPunct="0">
        <a:lnSpc>
          <a:spcPct val="90000"/>
        </a:lnSpc>
        <a:spcBef>
          <a:spcPct val="0"/>
        </a:spcBef>
        <a:spcAft>
          <a:spcPct val="0"/>
        </a:spcAft>
        <a:defRPr sz="10300">
          <a:solidFill>
            <a:schemeClr val="tx1"/>
          </a:solidFill>
          <a:latin typeface="Calibri Light" panose="020F0302020204030204" pitchFamily="34" charset="0"/>
        </a:defRPr>
      </a:lvl2pPr>
      <a:lvl3pPr algn="l" defTabSz="2133600" rtl="0" eaLnBrk="0" fontAlgn="base" hangingPunct="0">
        <a:lnSpc>
          <a:spcPct val="90000"/>
        </a:lnSpc>
        <a:spcBef>
          <a:spcPct val="0"/>
        </a:spcBef>
        <a:spcAft>
          <a:spcPct val="0"/>
        </a:spcAft>
        <a:defRPr sz="10300">
          <a:solidFill>
            <a:schemeClr val="tx1"/>
          </a:solidFill>
          <a:latin typeface="Calibri Light" panose="020F0302020204030204" pitchFamily="34" charset="0"/>
        </a:defRPr>
      </a:lvl3pPr>
      <a:lvl4pPr algn="l" defTabSz="2133600" rtl="0" eaLnBrk="0" fontAlgn="base" hangingPunct="0">
        <a:lnSpc>
          <a:spcPct val="90000"/>
        </a:lnSpc>
        <a:spcBef>
          <a:spcPct val="0"/>
        </a:spcBef>
        <a:spcAft>
          <a:spcPct val="0"/>
        </a:spcAft>
        <a:defRPr sz="10300">
          <a:solidFill>
            <a:schemeClr val="tx1"/>
          </a:solidFill>
          <a:latin typeface="Calibri Light" panose="020F0302020204030204" pitchFamily="34" charset="0"/>
        </a:defRPr>
      </a:lvl4pPr>
      <a:lvl5pPr algn="l" defTabSz="2133600" rtl="0" eaLnBrk="0" fontAlgn="base" hangingPunct="0">
        <a:lnSpc>
          <a:spcPct val="90000"/>
        </a:lnSpc>
        <a:spcBef>
          <a:spcPct val="0"/>
        </a:spcBef>
        <a:spcAft>
          <a:spcPct val="0"/>
        </a:spcAft>
        <a:defRPr sz="10300">
          <a:solidFill>
            <a:schemeClr val="tx1"/>
          </a:solidFill>
          <a:latin typeface="Calibri Light" panose="020F0302020204030204" pitchFamily="34" charset="0"/>
        </a:defRPr>
      </a:lvl5pPr>
      <a:lvl6pPr marL="645932" algn="l" defTabSz="2135165" rtl="0" fontAlgn="base">
        <a:lnSpc>
          <a:spcPct val="90000"/>
        </a:lnSpc>
        <a:spcBef>
          <a:spcPct val="0"/>
        </a:spcBef>
        <a:spcAft>
          <a:spcPct val="0"/>
        </a:spcAft>
        <a:defRPr sz="10313">
          <a:solidFill>
            <a:schemeClr val="tx1"/>
          </a:solidFill>
          <a:latin typeface="Calibri Light" panose="020F0302020204030204" pitchFamily="34" charset="0"/>
        </a:defRPr>
      </a:lvl6pPr>
      <a:lvl7pPr marL="1291864" algn="l" defTabSz="2135165" rtl="0" fontAlgn="base">
        <a:lnSpc>
          <a:spcPct val="90000"/>
        </a:lnSpc>
        <a:spcBef>
          <a:spcPct val="0"/>
        </a:spcBef>
        <a:spcAft>
          <a:spcPct val="0"/>
        </a:spcAft>
        <a:defRPr sz="10313">
          <a:solidFill>
            <a:schemeClr val="tx1"/>
          </a:solidFill>
          <a:latin typeface="Calibri Light" panose="020F0302020204030204" pitchFamily="34" charset="0"/>
        </a:defRPr>
      </a:lvl7pPr>
      <a:lvl8pPr marL="1937796" algn="l" defTabSz="2135165" rtl="0" fontAlgn="base">
        <a:lnSpc>
          <a:spcPct val="90000"/>
        </a:lnSpc>
        <a:spcBef>
          <a:spcPct val="0"/>
        </a:spcBef>
        <a:spcAft>
          <a:spcPct val="0"/>
        </a:spcAft>
        <a:defRPr sz="10313">
          <a:solidFill>
            <a:schemeClr val="tx1"/>
          </a:solidFill>
          <a:latin typeface="Calibri Light" panose="020F0302020204030204" pitchFamily="34" charset="0"/>
        </a:defRPr>
      </a:lvl8pPr>
      <a:lvl9pPr marL="2583729" algn="l" defTabSz="2135165" rtl="0" fontAlgn="base">
        <a:lnSpc>
          <a:spcPct val="90000"/>
        </a:lnSpc>
        <a:spcBef>
          <a:spcPct val="0"/>
        </a:spcBef>
        <a:spcAft>
          <a:spcPct val="0"/>
        </a:spcAft>
        <a:defRPr sz="10313">
          <a:solidFill>
            <a:schemeClr val="tx1"/>
          </a:solidFill>
          <a:latin typeface="Calibri Light" panose="020F0302020204030204" pitchFamily="34" charset="0"/>
        </a:defRPr>
      </a:lvl9pPr>
    </p:titleStyle>
    <p:bodyStyle>
      <a:lvl1pPr marL="533400" indent="-533400" algn="l" defTabSz="2133600" rtl="0" eaLnBrk="0" fontAlgn="base" hangingPunct="0">
        <a:lnSpc>
          <a:spcPct val="90000"/>
        </a:lnSpc>
        <a:spcBef>
          <a:spcPts val="2325"/>
        </a:spcBef>
        <a:spcAft>
          <a:spcPct val="0"/>
        </a:spcAft>
        <a:buFont typeface="Arial" panose="020B0604020202020204" pitchFamily="34" charset="0"/>
        <a:buChar char="•"/>
        <a:defRPr sz="6400" kern="1200">
          <a:solidFill>
            <a:schemeClr val="tx1"/>
          </a:solidFill>
          <a:latin typeface="+mn-lt"/>
          <a:ea typeface="+mn-ea"/>
          <a:cs typeface="+mn-cs"/>
        </a:defRPr>
      </a:lvl1pPr>
      <a:lvl2pPr marL="1600200" indent="-533400" algn="l" defTabSz="2133600" rtl="0" eaLnBrk="0" fontAlgn="base" hangingPunct="0">
        <a:lnSpc>
          <a:spcPct val="90000"/>
        </a:lnSpc>
        <a:spcBef>
          <a:spcPts val="1163"/>
        </a:spcBef>
        <a:spcAft>
          <a:spcPct val="0"/>
        </a:spcAft>
        <a:buFont typeface="Arial" panose="020B0604020202020204" pitchFamily="34" charset="0"/>
        <a:buChar char="•"/>
        <a:defRPr sz="5600" kern="1200">
          <a:solidFill>
            <a:schemeClr val="tx1"/>
          </a:solidFill>
          <a:latin typeface="+mn-lt"/>
          <a:ea typeface="+mn-ea"/>
          <a:cs typeface="+mn-cs"/>
        </a:defRPr>
      </a:lvl2pPr>
      <a:lvl3pPr marL="2668588" indent="-533400" algn="l" defTabSz="2133600" rtl="0" eaLnBrk="0" fontAlgn="base" hangingPunct="0">
        <a:lnSpc>
          <a:spcPct val="90000"/>
        </a:lnSpc>
        <a:spcBef>
          <a:spcPts val="1163"/>
        </a:spcBef>
        <a:spcAft>
          <a:spcPct val="0"/>
        </a:spcAft>
        <a:buFont typeface="Arial" panose="020B0604020202020204" pitchFamily="34" charset="0"/>
        <a:buChar char="•"/>
        <a:defRPr sz="4600" kern="1200">
          <a:solidFill>
            <a:schemeClr val="tx1"/>
          </a:solidFill>
          <a:latin typeface="+mn-lt"/>
          <a:ea typeface="+mn-ea"/>
          <a:cs typeface="+mn-cs"/>
        </a:defRPr>
      </a:lvl3pPr>
      <a:lvl4pPr marL="3735388" indent="-533400" algn="l" defTabSz="2133600" rtl="0" eaLnBrk="0" fontAlgn="base" hangingPunct="0">
        <a:lnSpc>
          <a:spcPct val="90000"/>
        </a:lnSpc>
        <a:spcBef>
          <a:spcPts val="1163"/>
        </a:spcBef>
        <a:spcAft>
          <a:spcPct val="0"/>
        </a:spcAft>
        <a:buFont typeface="Arial" panose="020B0604020202020204" pitchFamily="34" charset="0"/>
        <a:buChar char="•"/>
        <a:defRPr sz="4200" kern="1200">
          <a:solidFill>
            <a:schemeClr val="tx1"/>
          </a:solidFill>
          <a:latin typeface="+mn-lt"/>
          <a:ea typeface="+mn-ea"/>
          <a:cs typeface="+mn-cs"/>
        </a:defRPr>
      </a:lvl4pPr>
      <a:lvl5pPr marL="4803775" indent="-533400" algn="l" defTabSz="2133600" rtl="0" eaLnBrk="0" fontAlgn="base" hangingPunct="0">
        <a:lnSpc>
          <a:spcPct val="90000"/>
        </a:lnSpc>
        <a:spcBef>
          <a:spcPts val="1163"/>
        </a:spcBef>
        <a:spcAft>
          <a:spcPct val="0"/>
        </a:spcAft>
        <a:buFont typeface="Arial" panose="020B0604020202020204" pitchFamily="34" charset="0"/>
        <a:buChar char="•"/>
        <a:defRPr sz="4200" kern="1200">
          <a:solidFill>
            <a:schemeClr val="tx1"/>
          </a:solidFill>
          <a:latin typeface="+mn-lt"/>
          <a:ea typeface="+mn-ea"/>
          <a:cs typeface="+mn-cs"/>
        </a:defRPr>
      </a:lvl5pPr>
      <a:lvl6pPr marL="5872796" indent="-533890" algn="l" defTabSz="2135562" rtl="0" eaLnBrk="1" latinLnBrk="0" hangingPunct="1">
        <a:lnSpc>
          <a:spcPct val="90000"/>
        </a:lnSpc>
        <a:spcBef>
          <a:spcPts val="1167"/>
        </a:spcBef>
        <a:buFont typeface="Arial" panose="020B0604020202020204" pitchFamily="34" charset="0"/>
        <a:buChar char="•"/>
        <a:defRPr sz="4238" kern="1200">
          <a:solidFill>
            <a:schemeClr val="tx1"/>
          </a:solidFill>
          <a:latin typeface="+mn-lt"/>
          <a:ea typeface="+mn-ea"/>
          <a:cs typeface="+mn-cs"/>
        </a:defRPr>
      </a:lvl6pPr>
      <a:lvl7pPr marL="6940578" indent="-533890" algn="l" defTabSz="2135562" rtl="0" eaLnBrk="1" latinLnBrk="0" hangingPunct="1">
        <a:lnSpc>
          <a:spcPct val="90000"/>
        </a:lnSpc>
        <a:spcBef>
          <a:spcPts val="1167"/>
        </a:spcBef>
        <a:buFont typeface="Arial" panose="020B0604020202020204" pitchFamily="34" charset="0"/>
        <a:buChar char="•"/>
        <a:defRPr sz="4238" kern="1200">
          <a:solidFill>
            <a:schemeClr val="tx1"/>
          </a:solidFill>
          <a:latin typeface="+mn-lt"/>
          <a:ea typeface="+mn-ea"/>
          <a:cs typeface="+mn-cs"/>
        </a:defRPr>
      </a:lvl7pPr>
      <a:lvl8pPr marL="8008359" indent="-533890" algn="l" defTabSz="2135562" rtl="0" eaLnBrk="1" latinLnBrk="0" hangingPunct="1">
        <a:lnSpc>
          <a:spcPct val="90000"/>
        </a:lnSpc>
        <a:spcBef>
          <a:spcPts val="1167"/>
        </a:spcBef>
        <a:buFont typeface="Arial" panose="020B0604020202020204" pitchFamily="34" charset="0"/>
        <a:buChar char="•"/>
        <a:defRPr sz="4238" kern="1200">
          <a:solidFill>
            <a:schemeClr val="tx1"/>
          </a:solidFill>
          <a:latin typeface="+mn-lt"/>
          <a:ea typeface="+mn-ea"/>
          <a:cs typeface="+mn-cs"/>
        </a:defRPr>
      </a:lvl8pPr>
      <a:lvl9pPr marL="9076141" indent="-533890" algn="l" defTabSz="2135562" rtl="0" eaLnBrk="1" latinLnBrk="0" hangingPunct="1">
        <a:lnSpc>
          <a:spcPct val="90000"/>
        </a:lnSpc>
        <a:spcBef>
          <a:spcPts val="1167"/>
        </a:spcBef>
        <a:buFont typeface="Arial" panose="020B0604020202020204" pitchFamily="34" charset="0"/>
        <a:buChar char="•"/>
        <a:defRPr sz="4238" kern="1200">
          <a:solidFill>
            <a:schemeClr val="tx1"/>
          </a:solidFill>
          <a:latin typeface="+mn-lt"/>
          <a:ea typeface="+mn-ea"/>
          <a:cs typeface="+mn-cs"/>
        </a:defRPr>
      </a:lvl9pPr>
    </p:bodyStyle>
    <p:otherStyle>
      <a:defPPr>
        <a:defRPr lang="en-US"/>
      </a:defPPr>
      <a:lvl1pPr marL="0" algn="l" defTabSz="2135562" rtl="0" eaLnBrk="1" latinLnBrk="0" hangingPunct="1">
        <a:defRPr sz="4238" kern="1200">
          <a:solidFill>
            <a:schemeClr val="tx1"/>
          </a:solidFill>
          <a:latin typeface="+mn-lt"/>
          <a:ea typeface="+mn-ea"/>
          <a:cs typeface="+mn-cs"/>
        </a:defRPr>
      </a:lvl1pPr>
      <a:lvl2pPr marL="1067782" algn="l" defTabSz="2135562" rtl="0" eaLnBrk="1" latinLnBrk="0" hangingPunct="1">
        <a:defRPr sz="4238" kern="1200">
          <a:solidFill>
            <a:schemeClr val="tx1"/>
          </a:solidFill>
          <a:latin typeface="+mn-lt"/>
          <a:ea typeface="+mn-ea"/>
          <a:cs typeface="+mn-cs"/>
        </a:defRPr>
      </a:lvl2pPr>
      <a:lvl3pPr marL="2135562" algn="l" defTabSz="2135562" rtl="0" eaLnBrk="1" latinLnBrk="0" hangingPunct="1">
        <a:defRPr sz="4238" kern="1200">
          <a:solidFill>
            <a:schemeClr val="tx1"/>
          </a:solidFill>
          <a:latin typeface="+mn-lt"/>
          <a:ea typeface="+mn-ea"/>
          <a:cs typeface="+mn-cs"/>
        </a:defRPr>
      </a:lvl3pPr>
      <a:lvl4pPr marL="3203345" algn="l" defTabSz="2135562" rtl="0" eaLnBrk="1" latinLnBrk="0" hangingPunct="1">
        <a:defRPr sz="4238" kern="1200">
          <a:solidFill>
            <a:schemeClr val="tx1"/>
          </a:solidFill>
          <a:latin typeface="+mn-lt"/>
          <a:ea typeface="+mn-ea"/>
          <a:cs typeface="+mn-cs"/>
        </a:defRPr>
      </a:lvl4pPr>
      <a:lvl5pPr marL="4271125" algn="l" defTabSz="2135562" rtl="0" eaLnBrk="1" latinLnBrk="0" hangingPunct="1">
        <a:defRPr sz="4238" kern="1200">
          <a:solidFill>
            <a:schemeClr val="tx1"/>
          </a:solidFill>
          <a:latin typeface="+mn-lt"/>
          <a:ea typeface="+mn-ea"/>
          <a:cs typeface="+mn-cs"/>
        </a:defRPr>
      </a:lvl5pPr>
      <a:lvl6pPr marL="5338906" algn="l" defTabSz="2135562" rtl="0" eaLnBrk="1" latinLnBrk="0" hangingPunct="1">
        <a:defRPr sz="4238" kern="1200">
          <a:solidFill>
            <a:schemeClr val="tx1"/>
          </a:solidFill>
          <a:latin typeface="+mn-lt"/>
          <a:ea typeface="+mn-ea"/>
          <a:cs typeface="+mn-cs"/>
        </a:defRPr>
      </a:lvl6pPr>
      <a:lvl7pPr marL="6406686" algn="l" defTabSz="2135562" rtl="0" eaLnBrk="1" latinLnBrk="0" hangingPunct="1">
        <a:defRPr sz="4238" kern="1200">
          <a:solidFill>
            <a:schemeClr val="tx1"/>
          </a:solidFill>
          <a:latin typeface="+mn-lt"/>
          <a:ea typeface="+mn-ea"/>
          <a:cs typeface="+mn-cs"/>
        </a:defRPr>
      </a:lvl7pPr>
      <a:lvl8pPr marL="7474468" algn="l" defTabSz="2135562" rtl="0" eaLnBrk="1" latinLnBrk="0" hangingPunct="1">
        <a:defRPr sz="4238" kern="1200">
          <a:solidFill>
            <a:schemeClr val="tx1"/>
          </a:solidFill>
          <a:latin typeface="+mn-lt"/>
          <a:ea typeface="+mn-ea"/>
          <a:cs typeface="+mn-cs"/>
        </a:defRPr>
      </a:lvl8pPr>
      <a:lvl9pPr marL="8542249" algn="l" defTabSz="2135562" rtl="0" eaLnBrk="1" latinLnBrk="0" hangingPunct="1">
        <a:defRPr sz="42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75A7A">
            <a:alpha val="5882"/>
          </a:srgbClr>
        </a:solidFill>
        <a:effectLst/>
      </p:bgPr>
    </p:bg>
    <p:spTree>
      <p:nvGrpSpPr>
        <p:cNvPr id="1" name="">
          <a:extLst>
            <a:ext uri="{FF2B5EF4-FFF2-40B4-BE49-F238E27FC236}">
              <a16:creationId xmlns:a16="http://schemas.microsoft.com/office/drawing/2014/main" id="{852E6824-26B8-A296-9C4C-121D632ED721}"/>
            </a:ext>
          </a:extLst>
        </p:cNvPr>
        <p:cNvGrpSpPr/>
        <p:nvPr/>
      </p:nvGrpSpPr>
      <p:grpSpPr>
        <a:xfrm>
          <a:off x="0" y="0"/>
          <a:ext cx="0" cy="0"/>
          <a:chOff x="0" y="0"/>
          <a:chExt cx="0" cy="0"/>
        </a:xfrm>
      </p:grpSpPr>
      <p:sp>
        <p:nvSpPr>
          <p:cNvPr id="2050" name="Rectangle 2">
            <a:extLst>
              <a:ext uri="{FF2B5EF4-FFF2-40B4-BE49-F238E27FC236}">
                <a16:creationId xmlns:a16="http://schemas.microsoft.com/office/drawing/2014/main" id="{9B21953C-D634-4E56-C80B-3BD263A9BBBC}"/>
              </a:ext>
            </a:extLst>
          </p:cNvPr>
          <p:cNvSpPr txBox="1">
            <a:spLocks noChangeArrowheads="1"/>
          </p:cNvSpPr>
          <p:nvPr/>
        </p:nvSpPr>
        <p:spPr bwMode="auto">
          <a:xfrm>
            <a:off x="2219325" y="1566863"/>
            <a:ext cx="243681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23" tIns="45661" rIns="91323" bIns="45661" anchor="b"/>
          <a:lstStyle>
            <a:lvl1pPr defTabSz="2136775">
              <a:defRPr sz="4900">
                <a:solidFill>
                  <a:schemeClr val="tx1"/>
                </a:solidFill>
                <a:latin typeface="Calibri" panose="020F0502020204030204" pitchFamily="34" charset="0"/>
              </a:defRPr>
            </a:lvl1pPr>
            <a:lvl2pPr defTabSz="2136775">
              <a:defRPr sz="4900">
                <a:solidFill>
                  <a:schemeClr val="tx1"/>
                </a:solidFill>
                <a:latin typeface="Calibri" panose="020F0502020204030204" pitchFamily="34" charset="0"/>
              </a:defRPr>
            </a:lvl2pPr>
            <a:lvl3pPr defTabSz="2136775">
              <a:defRPr sz="4900">
                <a:solidFill>
                  <a:schemeClr val="tx1"/>
                </a:solidFill>
                <a:latin typeface="Calibri" panose="020F0502020204030204" pitchFamily="34" charset="0"/>
              </a:defRPr>
            </a:lvl3pPr>
            <a:lvl4pPr defTabSz="2136775">
              <a:defRPr sz="4900">
                <a:solidFill>
                  <a:schemeClr val="tx1"/>
                </a:solidFill>
                <a:latin typeface="Calibri" panose="020F0502020204030204" pitchFamily="34" charset="0"/>
              </a:defRPr>
            </a:lvl4pPr>
            <a:lvl5pPr defTabSz="2136775">
              <a:defRPr sz="4900">
                <a:solidFill>
                  <a:schemeClr val="tx1"/>
                </a:solidFill>
                <a:latin typeface="Calibri" panose="020F0502020204030204" pitchFamily="34" charset="0"/>
              </a:defRPr>
            </a:lvl5pPr>
            <a:lvl6pPr marL="5408613" indent="-2366963" defTabSz="2136775" eaLnBrk="0" fontAlgn="base" hangingPunct="0">
              <a:spcBef>
                <a:spcPct val="0"/>
              </a:spcBef>
              <a:spcAft>
                <a:spcPct val="0"/>
              </a:spcAft>
              <a:defRPr sz="4900">
                <a:solidFill>
                  <a:schemeClr val="tx1"/>
                </a:solidFill>
                <a:latin typeface="Calibri" panose="020F0502020204030204" pitchFamily="34" charset="0"/>
              </a:defRPr>
            </a:lvl6pPr>
            <a:lvl7pPr marL="5865813" indent="-2366963" defTabSz="2136775" eaLnBrk="0" fontAlgn="base" hangingPunct="0">
              <a:spcBef>
                <a:spcPct val="0"/>
              </a:spcBef>
              <a:spcAft>
                <a:spcPct val="0"/>
              </a:spcAft>
              <a:defRPr sz="4900">
                <a:solidFill>
                  <a:schemeClr val="tx1"/>
                </a:solidFill>
                <a:latin typeface="Calibri" panose="020F0502020204030204" pitchFamily="34" charset="0"/>
              </a:defRPr>
            </a:lvl7pPr>
            <a:lvl8pPr marL="6323013" indent="-2366963" defTabSz="2136775" eaLnBrk="0" fontAlgn="base" hangingPunct="0">
              <a:spcBef>
                <a:spcPct val="0"/>
              </a:spcBef>
              <a:spcAft>
                <a:spcPct val="0"/>
              </a:spcAft>
              <a:defRPr sz="4900">
                <a:solidFill>
                  <a:schemeClr val="tx1"/>
                </a:solidFill>
                <a:latin typeface="Calibri" panose="020F0502020204030204" pitchFamily="34" charset="0"/>
              </a:defRPr>
            </a:lvl8pPr>
            <a:lvl9pPr marL="6780213" indent="-2366963" defTabSz="2136775" eaLnBrk="0" fontAlgn="base" hangingPunct="0">
              <a:spcBef>
                <a:spcPct val="0"/>
              </a:spcBef>
              <a:spcAft>
                <a:spcPct val="0"/>
              </a:spcAft>
              <a:defRPr sz="4900">
                <a:solidFill>
                  <a:schemeClr val="tx1"/>
                </a:solidFill>
                <a:latin typeface="Calibri" panose="020F0502020204030204" pitchFamily="34" charset="0"/>
              </a:defRPr>
            </a:lvl9pPr>
          </a:lstStyle>
          <a:p>
            <a:pPr algn="ctr" eaLnBrk="1" hangingPunct="1">
              <a:lnSpc>
                <a:spcPct val="150000"/>
              </a:lnSpc>
            </a:pPr>
            <a:r>
              <a:rPr lang="en-US" altLang="en-US" sz="6600" b="1" dirty="0">
                <a:solidFill>
                  <a:srgbClr val="875A7A"/>
                </a:solidFill>
                <a:latin typeface="Times New Roman" panose="02020603050405020304" pitchFamily="18" charset="0"/>
                <a:cs typeface="Times New Roman" panose="02020603050405020304" pitchFamily="18" charset="0"/>
              </a:rPr>
              <a:t>Smart Mirror with Modern Technologies</a:t>
            </a:r>
          </a:p>
        </p:txBody>
      </p:sp>
      <p:sp>
        <p:nvSpPr>
          <p:cNvPr id="2051" name="Text Box 49">
            <a:extLst>
              <a:ext uri="{FF2B5EF4-FFF2-40B4-BE49-F238E27FC236}">
                <a16:creationId xmlns:a16="http://schemas.microsoft.com/office/drawing/2014/main" id="{8E28D84C-1005-6D9A-F18F-62E3DBCCE119}"/>
              </a:ext>
            </a:extLst>
          </p:cNvPr>
          <p:cNvSpPr txBox="1">
            <a:spLocks noChangeArrowheads="1"/>
          </p:cNvSpPr>
          <p:nvPr/>
        </p:nvSpPr>
        <p:spPr bwMode="auto">
          <a:xfrm>
            <a:off x="5783263" y="3208338"/>
            <a:ext cx="17241837"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74080" tIns="138072" rIns="274080" bIns="138072">
            <a:spAutoFit/>
          </a:bodyPr>
          <a:lstStyle>
            <a:lvl1pPr marL="1027113" indent="-1027113" defTabSz="6288088">
              <a:lnSpc>
                <a:spcPct val="90000"/>
              </a:lnSpc>
              <a:spcBef>
                <a:spcPts val="2325"/>
              </a:spcBef>
              <a:buFont typeface="Arial" panose="020B0604020202020204" pitchFamily="34" charset="0"/>
              <a:buChar char="•"/>
              <a:defRPr sz="6400">
                <a:solidFill>
                  <a:schemeClr val="tx1"/>
                </a:solidFill>
                <a:latin typeface="Calibri" panose="020F0502020204030204" pitchFamily="34" charset="0"/>
              </a:defRPr>
            </a:lvl1pPr>
            <a:lvl2pPr marL="742950" indent="-285750" defTabSz="6288088">
              <a:lnSpc>
                <a:spcPct val="90000"/>
              </a:lnSpc>
              <a:spcBef>
                <a:spcPts val="1163"/>
              </a:spcBef>
              <a:buFont typeface="Arial" panose="020B0604020202020204" pitchFamily="34" charset="0"/>
              <a:buChar char="•"/>
              <a:defRPr sz="5600">
                <a:solidFill>
                  <a:schemeClr val="tx1"/>
                </a:solidFill>
                <a:latin typeface="Calibri" panose="020F0502020204030204" pitchFamily="34" charset="0"/>
              </a:defRPr>
            </a:lvl2pPr>
            <a:lvl3pPr marL="1143000" indent="-228600" defTabSz="6288088">
              <a:lnSpc>
                <a:spcPct val="90000"/>
              </a:lnSpc>
              <a:spcBef>
                <a:spcPts val="1163"/>
              </a:spcBef>
              <a:buFont typeface="Arial" panose="020B0604020202020204" pitchFamily="34" charset="0"/>
              <a:buChar char="•"/>
              <a:defRPr sz="4600">
                <a:solidFill>
                  <a:schemeClr val="tx1"/>
                </a:solidFill>
                <a:latin typeface="Calibri" panose="020F0502020204030204" pitchFamily="34" charset="0"/>
              </a:defRPr>
            </a:lvl3pPr>
            <a:lvl4pPr marL="1600200" indent="-228600" defTabSz="6288088">
              <a:lnSpc>
                <a:spcPct val="90000"/>
              </a:lnSpc>
              <a:spcBef>
                <a:spcPts val="1163"/>
              </a:spcBef>
              <a:buFont typeface="Arial" panose="020B0604020202020204" pitchFamily="34" charset="0"/>
              <a:buChar char="•"/>
              <a:defRPr sz="4200">
                <a:solidFill>
                  <a:schemeClr val="tx1"/>
                </a:solidFill>
                <a:latin typeface="Calibri" panose="020F0502020204030204" pitchFamily="34" charset="0"/>
              </a:defRPr>
            </a:lvl4pPr>
            <a:lvl5pPr marL="2057400" indent="-228600" defTabSz="6288088">
              <a:lnSpc>
                <a:spcPct val="90000"/>
              </a:lnSpc>
              <a:spcBef>
                <a:spcPts val="1163"/>
              </a:spcBef>
              <a:buFont typeface="Arial" panose="020B0604020202020204" pitchFamily="34" charset="0"/>
              <a:buChar char="•"/>
              <a:defRPr sz="4200">
                <a:solidFill>
                  <a:schemeClr val="tx1"/>
                </a:solidFill>
                <a:latin typeface="Calibri" panose="020F0502020204030204" pitchFamily="34" charset="0"/>
              </a:defRPr>
            </a:lvl5pPr>
            <a:lvl6pPr marL="2514600" indent="-228600" defTabSz="6288088" eaLnBrk="0" fontAlgn="base" hangingPunct="0">
              <a:lnSpc>
                <a:spcPct val="90000"/>
              </a:lnSpc>
              <a:spcBef>
                <a:spcPts val="1163"/>
              </a:spcBef>
              <a:spcAft>
                <a:spcPct val="0"/>
              </a:spcAft>
              <a:buFont typeface="Arial" panose="020B0604020202020204" pitchFamily="34" charset="0"/>
              <a:buChar char="•"/>
              <a:defRPr sz="4200">
                <a:solidFill>
                  <a:schemeClr val="tx1"/>
                </a:solidFill>
                <a:latin typeface="Calibri" panose="020F0502020204030204" pitchFamily="34" charset="0"/>
              </a:defRPr>
            </a:lvl6pPr>
            <a:lvl7pPr marL="2971800" indent="-228600" defTabSz="6288088" eaLnBrk="0" fontAlgn="base" hangingPunct="0">
              <a:lnSpc>
                <a:spcPct val="90000"/>
              </a:lnSpc>
              <a:spcBef>
                <a:spcPts val="1163"/>
              </a:spcBef>
              <a:spcAft>
                <a:spcPct val="0"/>
              </a:spcAft>
              <a:buFont typeface="Arial" panose="020B0604020202020204" pitchFamily="34" charset="0"/>
              <a:buChar char="•"/>
              <a:defRPr sz="4200">
                <a:solidFill>
                  <a:schemeClr val="tx1"/>
                </a:solidFill>
                <a:latin typeface="Calibri" panose="020F0502020204030204" pitchFamily="34" charset="0"/>
              </a:defRPr>
            </a:lvl7pPr>
            <a:lvl8pPr marL="3429000" indent="-228600" defTabSz="6288088" eaLnBrk="0" fontAlgn="base" hangingPunct="0">
              <a:lnSpc>
                <a:spcPct val="90000"/>
              </a:lnSpc>
              <a:spcBef>
                <a:spcPts val="1163"/>
              </a:spcBef>
              <a:spcAft>
                <a:spcPct val="0"/>
              </a:spcAft>
              <a:buFont typeface="Arial" panose="020B0604020202020204" pitchFamily="34" charset="0"/>
              <a:buChar char="•"/>
              <a:defRPr sz="4200">
                <a:solidFill>
                  <a:schemeClr val="tx1"/>
                </a:solidFill>
                <a:latin typeface="Calibri" panose="020F0502020204030204" pitchFamily="34" charset="0"/>
              </a:defRPr>
            </a:lvl8pPr>
            <a:lvl9pPr marL="3886200" indent="-228600" defTabSz="6288088" eaLnBrk="0" fontAlgn="base" hangingPunct="0">
              <a:lnSpc>
                <a:spcPct val="90000"/>
              </a:lnSpc>
              <a:spcBef>
                <a:spcPts val="1163"/>
              </a:spcBef>
              <a:spcAft>
                <a:spcPct val="0"/>
              </a:spcAft>
              <a:buFont typeface="Arial" panose="020B0604020202020204" pitchFamily="34" charset="0"/>
              <a:buChar char="•"/>
              <a:defRPr sz="4200">
                <a:solidFill>
                  <a:schemeClr val="tx1"/>
                </a:solidFill>
                <a:latin typeface="Calibri" panose="020F0502020204030204" pitchFamily="34" charset="0"/>
              </a:defRPr>
            </a:lvl9pPr>
          </a:lstStyle>
          <a:p>
            <a:pPr algn="ctr">
              <a:lnSpc>
                <a:spcPct val="100000"/>
              </a:lnSpc>
              <a:spcBef>
                <a:spcPct val="50000"/>
              </a:spcBef>
              <a:buFontTx/>
              <a:buNone/>
            </a:pPr>
            <a:r>
              <a:rPr lang="en-US" altLang="en-US" sz="4800" b="1" i="1" dirty="0">
                <a:solidFill>
                  <a:srgbClr val="875A7A"/>
                </a:solidFill>
                <a:latin typeface="Times New Roman" panose="02020603050405020304" pitchFamily="18" charset="0"/>
                <a:cs typeface="Times New Roman" panose="02020603050405020304" pitchFamily="18" charset="0"/>
              </a:rPr>
              <a:t>Aseel Almuhaidib; Dhuha Aldosari</a:t>
            </a:r>
          </a:p>
          <a:p>
            <a:pPr algn="ctr">
              <a:lnSpc>
                <a:spcPct val="100000"/>
              </a:lnSpc>
              <a:spcBef>
                <a:spcPct val="50000"/>
              </a:spcBef>
              <a:buFontTx/>
              <a:buNone/>
            </a:pPr>
            <a:r>
              <a:rPr lang="en-US" altLang="en-US" sz="4800" b="1" i="1" dirty="0">
                <a:solidFill>
                  <a:srgbClr val="875A7A"/>
                </a:solidFill>
                <a:latin typeface="Times New Roman" panose="02020603050405020304" pitchFamily="18" charset="0"/>
                <a:cs typeface="Times New Roman" panose="02020603050405020304" pitchFamily="18" charset="0"/>
              </a:rPr>
              <a:t>Supervisor:  Jomana </a:t>
            </a:r>
            <a:r>
              <a:rPr lang="en-US" altLang="en-US" sz="4800" b="1" i="1" dirty="0" err="1">
                <a:solidFill>
                  <a:srgbClr val="875A7A"/>
                </a:solidFill>
                <a:latin typeface="Times New Roman" panose="02020603050405020304" pitchFamily="18" charset="0"/>
                <a:cs typeface="Times New Roman" panose="02020603050405020304" pitchFamily="18" charset="0"/>
              </a:rPr>
              <a:t>Alhamidi</a:t>
            </a:r>
            <a:r>
              <a:rPr lang="en-US" altLang="en-US" sz="4800" b="1" i="1" dirty="0">
                <a:solidFill>
                  <a:srgbClr val="875A7A"/>
                </a:solidFill>
                <a:latin typeface="Times New Roman" panose="02020603050405020304" pitchFamily="18" charset="0"/>
                <a:cs typeface="Times New Roman" panose="02020603050405020304" pitchFamily="18" charset="0"/>
              </a:rPr>
              <a:t>; Sara Aleid</a:t>
            </a:r>
          </a:p>
        </p:txBody>
      </p:sp>
      <p:cxnSp>
        <p:nvCxnSpPr>
          <p:cNvPr id="13" name="Straight Connector 12">
            <a:extLst>
              <a:ext uri="{FF2B5EF4-FFF2-40B4-BE49-F238E27FC236}">
                <a16:creationId xmlns:a16="http://schemas.microsoft.com/office/drawing/2014/main" id="{A4B599A3-5FB3-CEA7-86CB-79ED1B8DE038}"/>
              </a:ext>
            </a:extLst>
          </p:cNvPr>
          <p:cNvCxnSpPr/>
          <p:nvPr/>
        </p:nvCxnSpPr>
        <p:spPr>
          <a:xfrm>
            <a:off x="0" y="5302250"/>
            <a:ext cx="30267275" cy="58738"/>
          </a:xfrm>
          <a:prstGeom prst="line">
            <a:avLst/>
          </a:prstGeom>
          <a:ln w="28575">
            <a:solidFill>
              <a:srgbClr val="875A7A"/>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18B0FB-8E80-DEDB-A781-D8742F3746B9}"/>
              </a:ext>
            </a:extLst>
          </p:cNvPr>
          <p:cNvCxnSpPr/>
          <p:nvPr/>
        </p:nvCxnSpPr>
        <p:spPr>
          <a:xfrm>
            <a:off x="0" y="39933563"/>
            <a:ext cx="30267275" cy="0"/>
          </a:xfrm>
          <a:prstGeom prst="line">
            <a:avLst/>
          </a:prstGeom>
          <a:ln w="28575">
            <a:solidFill>
              <a:srgbClr val="875A7A"/>
            </a:solidFill>
          </a:ln>
        </p:spPr>
        <p:style>
          <a:lnRef idx="1">
            <a:schemeClr val="accent1"/>
          </a:lnRef>
          <a:fillRef idx="0">
            <a:schemeClr val="accent1"/>
          </a:fillRef>
          <a:effectRef idx="0">
            <a:schemeClr val="accent1"/>
          </a:effectRef>
          <a:fontRef idx="minor">
            <a:schemeClr val="tx1"/>
          </a:fontRef>
        </p:style>
      </p:cxnSp>
      <p:sp>
        <p:nvSpPr>
          <p:cNvPr id="2055" name="Text Box 49">
            <a:extLst>
              <a:ext uri="{FF2B5EF4-FFF2-40B4-BE49-F238E27FC236}">
                <a16:creationId xmlns:a16="http://schemas.microsoft.com/office/drawing/2014/main" id="{5835B8A6-D406-8CFA-010E-4CBC4E61C4DB}"/>
              </a:ext>
            </a:extLst>
          </p:cNvPr>
          <p:cNvSpPr txBox="1">
            <a:spLocks noChangeArrowheads="1"/>
          </p:cNvSpPr>
          <p:nvPr/>
        </p:nvSpPr>
        <p:spPr bwMode="auto">
          <a:xfrm>
            <a:off x="0" y="40562213"/>
            <a:ext cx="9823450" cy="779462"/>
          </a:xfrm>
          <a:prstGeom prst="rect">
            <a:avLst/>
          </a:prstGeom>
          <a:noFill/>
          <a:ln>
            <a:noFill/>
          </a:ln>
          <a:effectLst/>
        </p:spPr>
        <p:txBody>
          <a:bodyPr lIns="274080" tIns="138072" rIns="274080" bIns="138072">
            <a:spAutoFit/>
          </a:bodyPr>
          <a:lstStyle>
            <a:lvl1pPr marL="1027113" indent="-1027113" defTabSz="6288088">
              <a:lnSpc>
                <a:spcPct val="90000"/>
              </a:lnSpc>
              <a:spcBef>
                <a:spcPts val="1650"/>
              </a:spcBef>
              <a:buFont typeface="Arial" panose="020B0604020202020204" pitchFamily="34" charset="0"/>
              <a:buChar char="•"/>
              <a:defRPr sz="4600">
                <a:solidFill>
                  <a:schemeClr val="tx1"/>
                </a:solidFill>
                <a:latin typeface="Calibri" panose="020F0502020204030204" pitchFamily="34" charset="0"/>
              </a:defRPr>
            </a:lvl1pPr>
            <a:lvl2pPr marL="742950" indent="-285750" defTabSz="6288088">
              <a:lnSpc>
                <a:spcPct val="90000"/>
              </a:lnSpc>
              <a:spcBef>
                <a:spcPts val="825"/>
              </a:spcBef>
              <a:buFont typeface="Arial" panose="020B0604020202020204" pitchFamily="34" charset="0"/>
              <a:buChar char="•"/>
              <a:defRPr sz="4000">
                <a:solidFill>
                  <a:schemeClr val="tx1"/>
                </a:solidFill>
                <a:latin typeface="Calibri" panose="020F0502020204030204" pitchFamily="34" charset="0"/>
              </a:defRPr>
            </a:lvl2pPr>
            <a:lvl3pPr marL="1143000" indent="-228600" defTabSz="6288088">
              <a:lnSpc>
                <a:spcPct val="90000"/>
              </a:lnSpc>
              <a:spcBef>
                <a:spcPts val="825"/>
              </a:spcBef>
              <a:buFont typeface="Arial" panose="020B0604020202020204" pitchFamily="34" charset="0"/>
              <a:buChar char="•"/>
              <a:defRPr sz="3300">
                <a:solidFill>
                  <a:schemeClr val="tx1"/>
                </a:solidFill>
                <a:latin typeface="Calibri" panose="020F0502020204030204" pitchFamily="34" charset="0"/>
              </a:defRPr>
            </a:lvl3pPr>
            <a:lvl4pPr marL="1600200" indent="-228600" defTabSz="6288088">
              <a:lnSpc>
                <a:spcPct val="90000"/>
              </a:lnSpc>
              <a:spcBef>
                <a:spcPts val="825"/>
              </a:spcBef>
              <a:buFont typeface="Arial" panose="020B0604020202020204" pitchFamily="34" charset="0"/>
              <a:buChar char="•"/>
              <a:defRPr sz="3000">
                <a:solidFill>
                  <a:schemeClr val="tx1"/>
                </a:solidFill>
                <a:latin typeface="Calibri" panose="020F0502020204030204" pitchFamily="34" charset="0"/>
              </a:defRPr>
            </a:lvl4pPr>
            <a:lvl5pPr marL="2057400" indent="-228600" defTabSz="6288088">
              <a:lnSpc>
                <a:spcPct val="90000"/>
              </a:lnSpc>
              <a:spcBef>
                <a:spcPts val="825"/>
              </a:spcBef>
              <a:buFont typeface="Arial" panose="020B0604020202020204" pitchFamily="34" charset="0"/>
              <a:buChar char="•"/>
              <a:defRPr sz="3000">
                <a:solidFill>
                  <a:schemeClr val="tx1"/>
                </a:solidFill>
                <a:latin typeface="Calibri" panose="020F0502020204030204" pitchFamily="34" charset="0"/>
              </a:defRPr>
            </a:lvl5pPr>
            <a:lvl6pPr marL="2514600" indent="-228600" defTabSz="6288088" eaLnBrk="0" fontAlgn="base" hangingPunct="0">
              <a:lnSpc>
                <a:spcPct val="90000"/>
              </a:lnSpc>
              <a:spcBef>
                <a:spcPts val="825"/>
              </a:spcBef>
              <a:spcAft>
                <a:spcPct val="0"/>
              </a:spcAft>
              <a:buFont typeface="Arial" panose="020B0604020202020204" pitchFamily="34" charset="0"/>
              <a:buChar char="•"/>
              <a:defRPr sz="3000">
                <a:solidFill>
                  <a:schemeClr val="tx1"/>
                </a:solidFill>
                <a:latin typeface="Calibri" panose="020F0502020204030204" pitchFamily="34" charset="0"/>
              </a:defRPr>
            </a:lvl6pPr>
            <a:lvl7pPr marL="2971800" indent="-228600" defTabSz="6288088" eaLnBrk="0" fontAlgn="base" hangingPunct="0">
              <a:lnSpc>
                <a:spcPct val="90000"/>
              </a:lnSpc>
              <a:spcBef>
                <a:spcPts val="825"/>
              </a:spcBef>
              <a:spcAft>
                <a:spcPct val="0"/>
              </a:spcAft>
              <a:buFont typeface="Arial" panose="020B0604020202020204" pitchFamily="34" charset="0"/>
              <a:buChar char="•"/>
              <a:defRPr sz="3000">
                <a:solidFill>
                  <a:schemeClr val="tx1"/>
                </a:solidFill>
                <a:latin typeface="Calibri" panose="020F0502020204030204" pitchFamily="34" charset="0"/>
              </a:defRPr>
            </a:lvl7pPr>
            <a:lvl8pPr marL="3429000" indent="-228600" defTabSz="6288088" eaLnBrk="0" fontAlgn="base" hangingPunct="0">
              <a:lnSpc>
                <a:spcPct val="90000"/>
              </a:lnSpc>
              <a:spcBef>
                <a:spcPts val="825"/>
              </a:spcBef>
              <a:spcAft>
                <a:spcPct val="0"/>
              </a:spcAft>
              <a:buFont typeface="Arial" panose="020B0604020202020204" pitchFamily="34" charset="0"/>
              <a:buChar char="•"/>
              <a:defRPr sz="3000">
                <a:solidFill>
                  <a:schemeClr val="tx1"/>
                </a:solidFill>
                <a:latin typeface="Calibri" panose="020F0502020204030204" pitchFamily="34" charset="0"/>
              </a:defRPr>
            </a:lvl8pPr>
            <a:lvl9pPr marL="3886200" indent="-228600" defTabSz="6288088" eaLnBrk="0" fontAlgn="base" hangingPunct="0">
              <a:lnSpc>
                <a:spcPct val="90000"/>
              </a:lnSpc>
              <a:spcBef>
                <a:spcPts val="825"/>
              </a:spcBef>
              <a:spcAft>
                <a:spcPct val="0"/>
              </a:spcAft>
              <a:buFont typeface="Arial" panose="020B0604020202020204" pitchFamily="34" charset="0"/>
              <a:buChar char="•"/>
              <a:defRPr sz="3000">
                <a:solidFill>
                  <a:schemeClr val="tx1"/>
                </a:solidFill>
                <a:latin typeface="Calibri" panose="020F0502020204030204" pitchFamily="34" charset="0"/>
              </a:defRPr>
            </a:lvl9pPr>
          </a:lstStyle>
          <a:p>
            <a:pPr algn="ctr">
              <a:lnSpc>
                <a:spcPct val="100000"/>
              </a:lnSpc>
              <a:spcBef>
                <a:spcPct val="50000"/>
              </a:spcBef>
              <a:buFontTx/>
              <a:buNone/>
              <a:defRPr/>
            </a:pPr>
            <a:r>
              <a:rPr lang="en-US" altLang="en-US" sz="3249" b="1" dirty="0">
                <a:solidFill>
                  <a:srgbClr val="875A7A"/>
                </a:solidFill>
                <a:latin typeface="Arial" panose="020B0604020202020204" pitchFamily="34" charset="0"/>
              </a:rPr>
              <a:t>IT Department</a:t>
            </a:r>
          </a:p>
        </p:txBody>
      </p:sp>
      <p:sp>
        <p:nvSpPr>
          <p:cNvPr id="2056" name="TextBox 10">
            <a:extLst>
              <a:ext uri="{FF2B5EF4-FFF2-40B4-BE49-F238E27FC236}">
                <a16:creationId xmlns:a16="http://schemas.microsoft.com/office/drawing/2014/main" id="{8E175C83-8F07-F540-D4A6-F04E36903859}"/>
              </a:ext>
            </a:extLst>
          </p:cNvPr>
          <p:cNvSpPr txBox="1">
            <a:spLocks noChangeArrowheads="1"/>
          </p:cNvSpPr>
          <p:nvPr/>
        </p:nvSpPr>
        <p:spPr bwMode="auto">
          <a:xfrm>
            <a:off x="22742525" y="40533638"/>
            <a:ext cx="6605588" cy="700087"/>
          </a:xfrm>
          <a:prstGeom prst="rect">
            <a:avLst/>
          </a:prstGeom>
          <a:noFill/>
          <a:ln>
            <a:noFill/>
          </a:ln>
        </p:spPr>
        <p:txBody>
          <a:bodyPr lIns="91323" tIns="45661" rIns="91323" bIns="45661">
            <a:spAutoFit/>
          </a:bodyPr>
          <a:lstStyle>
            <a:lvl1pPr>
              <a:defRPr sz="3500">
                <a:solidFill>
                  <a:schemeClr val="tx1"/>
                </a:solidFill>
                <a:latin typeface="Calibri" panose="020F0502020204030204" pitchFamily="34" charset="0"/>
              </a:defRPr>
            </a:lvl1pPr>
            <a:lvl2pPr marL="742950" indent="-285750">
              <a:defRPr sz="3500">
                <a:solidFill>
                  <a:schemeClr val="tx1"/>
                </a:solidFill>
                <a:latin typeface="Calibri" panose="020F0502020204030204" pitchFamily="34" charset="0"/>
              </a:defRPr>
            </a:lvl2pPr>
            <a:lvl3pPr marL="1143000" indent="-228600">
              <a:defRPr sz="3500">
                <a:solidFill>
                  <a:schemeClr val="tx1"/>
                </a:solidFill>
                <a:latin typeface="Calibri" panose="020F0502020204030204" pitchFamily="34" charset="0"/>
              </a:defRPr>
            </a:lvl3pPr>
            <a:lvl4pPr marL="1600200" indent="-228600">
              <a:defRPr sz="3500">
                <a:solidFill>
                  <a:schemeClr val="tx1"/>
                </a:solidFill>
                <a:latin typeface="Calibri" panose="020F0502020204030204" pitchFamily="34" charset="0"/>
              </a:defRPr>
            </a:lvl4pPr>
            <a:lvl5pPr marL="2057400" indent="-228600">
              <a:defRPr sz="3500">
                <a:solidFill>
                  <a:schemeClr val="tx1"/>
                </a:solidFill>
                <a:latin typeface="Calibri" panose="020F0502020204030204" pitchFamily="34" charset="0"/>
              </a:defRPr>
            </a:lvl5pPr>
            <a:lvl6pPr marL="2514600" indent="-228600" defTabSz="1752600" eaLnBrk="0" fontAlgn="base" hangingPunct="0">
              <a:spcBef>
                <a:spcPct val="0"/>
              </a:spcBef>
              <a:spcAft>
                <a:spcPct val="0"/>
              </a:spcAft>
              <a:defRPr sz="3500">
                <a:solidFill>
                  <a:schemeClr val="tx1"/>
                </a:solidFill>
                <a:latin typeface="Calibri" panose="020F0502020204030204" pitchFamily="34" charset="0"/>
              </a:defRPr>
            </a:lvl6pPr>
            <a:lvl7pPr marL="2971800" indent="-228600" defTabSz="1752600" eaLnBrk="0" fontAlgn="base" hangingPunct="0">
              <a:spcBef>
                <a:spcPct val="0"/>
              </a:spcBef>
              <a:spcAft>
                <a:spcPct val="0"/>
              </a:spcAft>
              <a:defRPr sz="3500">
                <a:solidFill>
                  <a:schemeClr val="tx1"/>
                </a:solidFill>
                <a:latin typeface="Calibri" panose="020F0502020204030204" pitchFamily="34" charset="0"/>
              </a:defRPr>
            </a:lvl7pPr>
            <a:lvl8pPr marL="3429000" indent="-228600" defTabSz="1752600" eaLnBrk="0" fontAlgn="base" hangingPunct="0">
              <a:spcBef>
                <a:spcPct val="0"/>
              </a:spcBef>
              <a:spcAft>
                <a:spcPct val="0"/>
              </a:spcAft>
              <a:defRPr sz="3500">
                <a:solidFill>
                  <a:schemeClr val="tx1"/>
                </a:solidFill>
                <a:latin typeface="Calibri" panose="020F0502020204030204" pitchFamily="34" charset="0"/>
              </a:defRPr>
            </a:lvl8pPr>
            <a:lvl9pPr marL="3886200" indent="-228600" defTabSz="1752600" eaLnBrk="0" fontAlgn="base" hangingPunct="0">
              <a:spcBef>
                <a:spcPct val="0"/>
              </a:spcBef>
              <a:spcAft>
                <a:spcPct val="0"/>
              </a:spcAft>
              <a:defRPr sz="3500">
                <a:solidFill>
                  <a:schemeClr val="tx1"/>
                </a:solidFill>
                <a:latin typeface="Calibri" panose="020F0502020204030204" pitchFamily="34" charset="0"/>
              </a:defRPr>
            </a:lvl9pPr>
          </a:lstStyle>
          <a:p>
            <a:pPr defTabSz="2476025" eaLnBrk="1" hangingPunct="1">
              <a:defRPr/>
            </a:pPr>
            <a:r>
              <a:rPr lang="en-US" altLang="en-US" sz="3956" b="1" dirty="0">
                <a:solidFill>
                  <a:srgbClr val="875A7A"/>
                </a:solidFill>
                <a:latin typeface="Arial" panose="020B0604020202020204" pitchFamily="34" charset="0"/>
              </a:rPr>
              <a:t>1446 , Semester 3</a:t>
            </a:r>
            <a:endParaRPr lang="en-US" altLang="en-US" sz="3956" b="1" dirty="0">
              <a:solidFill>
                <a:srgbClr val="875A7A"/>
              </a:solidFill>
            </a:endParaRPr>
          </a:p>
        </p:txBody>
      </p:sp>
      <p:pic>
        <p:nvPicPr>
          <p:cNvPr id="2" name="Picture 2">
            <a:extLst>
              <a:ext uri="{FF2B5EF4-FFF2-40B4-BE49-F238E27FC236}">
                <a16:creationId xmlns:a16="http://schemas.microsoft.com/office/drawing/2014/main" id="{0D52B20B-D021-0481-9628-363AF83301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235113" y="39933563"/>
            <a:ext cx="2867025"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Picture 3" descr="Imam Logo">
            <a:extLst>
              <a:ext uri="{FF2B5EF4-FFF2-40B4-BE49-F238E27FC236}">
                <a16:creationId xmlns:a16="http://schemas.microsoft.com/office/drawing/2014/main" id="{B2BD3774-ED78-7A0D-4BC8-116E049AE3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4075" y="1736725"/>
            <a:ext cx="1935163" cy="275907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pic>
        <p:nvPicPr>
          <p:cNvPr id="2058" name="Picture 17" descr="A logo with purple lines and a circle with a wifi symbol&#10;&#10;AI-generated content may be incorrect.">
            <a:extLst>
              <a:ext uri="{FF2B5EF4-FFF2-40B4-BE49-F238E27FC236}">
                <a16:creationId xmlns:a16="http://schemas.microsoft.com/office/drawing/2014/main" id="{7457B026-1452-D38E-0637-63AB7CEBBB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6" y="-711201"/>
            <a:ext cx="7654926" cy="765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9" name="Picture 19" descr="A logo with a circle and lines&#10;&#10;AI-generated content may be incorrect.">
            <a:extLst>
              <a:ext uri="{FF2B5EF4-FFF2-40B4-BE49-F238E27FC236}">
                <a16:creationId xmlns:a16="http://schemas.microsoft.com/office/drawing/2014/main" id="{A6014CD9-6653-F73E-5782-98D7205390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47538" y="1633538"/>
            <a:ext cx="297815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Flowchart: Alternate Process 29">
            <a:extLst>
              <a:ext uri="{FF2B5EF4-FFF2-40B4-BE49-F238E27FC236}">
                <a16:creationId xmlns:a16="http://schemas.microsoft.com/office/drawing/2014/main" id="{0700ECE3-191C-3BB6-BD92-AB235CAA015E}"/>
              </a:ext>
            </a:extLst>
          </p:cNvPr>
          <p:cNvSpPr/>
          <p:nvPr/>
        </p:nvSpPr>
        <p:spPr>
          <a:xfrm>
            <a:off x="596921" y="28215905"/>
            <a:ext cx="10087820" cy="9974582"/>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defRPr/>
            </a:pPr>
            <a:endParaRPr lang="en-US" sz="6600" dirty="0">
              <a:solidFill>
                <a:schemeClr val="tx1"/>
              </a:solidFill>
            </a:endParaRPr>
          </a:p>
        </p:txBody>
      </p:sp>
      <p:sp>
        <p:nvSpPr>
          <p:cNvPr id="17" name="Rectangle 16">
            <a:extLst>
              <a:ext uri="{FF2B5EF4-FFF2-40B4-BE49-F238E27FC236}">
                <a16:creationId xmlns:a16="http://schemas.microsoft.com/office/drawing/2014/main" id="{F2C33D5E-643B-F0DB-6428-40DBAE00FA90}"/>
              </a:ext>
            </a:extLst>
          </p:cNvPr>
          <p:cNvSpPr/>
          <p:nvPr/>
        </p:nvSpPr>
        <p:spPr>
          <a:xfrm>
            <a:off x="952583" y="29094432"/>
            <a:ext cx="9512175" cy="453040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1" anchor="ctr"/>
          <a:lstStyle/>
          <a:p>
            <a:pPr algn="ctr">
              <a:lnSpc>
                <a:spcPct val="150000"/>
              </a:lnSpc>
              <a:defRPr/>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Methodology</a:t>
            </a:r>
            <a:endParaRPr lang="en-US" sz="2400" dirty="0">
              <a:solidFill>
                <a:schemeClr val="tx1"/>
              </a:solidFill>
              <a:effectLst/>
              <a:latin typeface="Times New Roman" panose="02020603050405020304" pitchFamily="18" charset="0"/>
              <a:ea typeface="Times New Roman" panose="02020603050405020304" pitchFamily="18" charset="0"/>
            </a:endParaRPr>
          </a:p>
          <a:p>
            <a:pPr algn="just">
              <a:lnSpc>
                <a:spcPct val="150000"/>
              </a:lnSpc>
              <a:defRPr/>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chosen methodology of software development for this project is the Waterfall. By nature, the waterfall model is linear and sequential: no phase that makes up the different phases a development process may get underway until the previous one has concluded. The waterfall model works well when applied to projects with very well-defined, clear, and fixed scope requirements - just like this project on an interactive smart mirror</a:t>
            </a:r>
          </a:p>
        </p:txBody>
      </p:sp>
      <p:sp>
        <p:nvSpPr>
          <p:cNvPr id="3" name="Flowchart: Alternate Process 2">
            <a:extLst>
              <a:ext uri="{FF2B5EF4-FFF2-40B4-BE49-F238E27FC236}">
                <a16:creationId xmlns:a16="http://schemas.microsoft.com/office/drawing/2014/main" id="{9CD8D980-FFC8-C6CD-8E95-C88A85840C89}"/>
              </a:ext>
            </a:extLst>
          </p:cNvPr>
          <p:cNvSpPr/>
          <p:nvPr/>
        </p:nvSpPr>
        <p:spPr>
          <a:xfrm>
            <a:off x="759682" y="17258818"/>
            <a:ext cx="10047162" cy="10196516"/>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algn="ctr">
              <a:lnSpc>
                <a:spcPct val="150000"/>
              </a:lnSpc>
              <a:spcBef>
                <a:spcPts val="150"/>
              </a:spcBef>
              <a:spcAft>
                <a:spcPts val="150"/>
              </a:spcAft>
              <a:buNone/>
            </a:pPr>
            <a:r>
              <a:rPr lang="en-US" sz="4800" b="1"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US" sz="4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150"/>
              </a:spcBef>
              <a:spcAft>
                <a:spcPts val="150"/>
              </a:spcAft>
              <a:buNone/>
            </a:pPr>
            <a:r>
              <a:rPr lang="en-US" sz="3600" b="1"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Aim</a:t>
            </a:r>
            <a:r>
              <a:rPr lang="en-US" sz="2400" b="1"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150"/>
              </a:spcBef>
              <a:spcAft>
                <a:spcPts val="150"/>
              </a:spcAft>
              <a:buNone/>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main idea of this project is to create an Interactive Smart Mirror device intended for everyday productivity, ensuring the highest accessibility of this product to users, especially people with disabilities, by placing all necessary tools in one touchless interface. The project will also include developing an Android-based mobile application.</a:t>
            </a:r>
          </a:p>
          <a:p>
            <a:pPr marL="0" marR="0" algn="just">
              <a:lnSpc>
                <a:spcPct val="150000"/>
              </a:lnSpc>
              <a:spcBef>
                <a:spcPts val="150"/>
              </a:spcBef>
              <a:spcAft>
                <a:spcPts val="150"/>
              </a:spcAft>
              <a:buNone/>
            </a:pPr>
            <a:r>
              <a:rPr lang="en-US" sz="3600" b="1"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US" sz="2400" dirty="0">
                <a:solidFill>
                  <a:schemeClr val="tx1">
                    <a:lumMod val="65000"/>
                    <a:lumOff val="3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Design a touchless interactive smart mirror for daily productivity.</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Ensure accessibility for users, especially people with disabilities.</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Develop a mobile app to manage tasks and reminders.</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Use motion detection for hands-free operation.</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Integrate IoT for real-time updates and synchronization.</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Provide a simple, user-friendly interface to increase usability.</a:t>
            </a:r>
          </a:p>
          <a:p>
            <a:pPr algn="just">
              <a:lnSpc>
                <a:spcPct val="150000"/>
              </a:lnSpc>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Test and validate functionality across different environments.</a:t>
            </a:r>
          </a:p>
          <a:p>
            <a:pPr marL="0" marR="0" algn="just">
              <a:lnSpc>
                <a:spcPct val="150000"/>
              </a:lnSpc>
              <a:spcBef>
                <a:spcPts val="150"/>
              </a:spcBef>
              <a:spcAft>
                <a:spcPts val="150"/>
              </a:spcAft>
            </a:pPr>
            <a:r>
              <a:rPr lang="en-US" sz="2400" dirty="0">
                <a:effectLst/>
                <a:latin typeface="Times New Roman" panose="02020603050405020304" pitchFamily="18" charset="0"/>
                <a:ea typeface="Times New Roman" panose="02020603050405020304" pitchFamily="18" charset="0"/>
                <a:cs typeface="+mj-cs"/>
              </a:rPr>
              <a:t> </a:t>
            </a:r>
          </a:p>
        </p:txBody>
      </p:sp>
      <p:sp>
        <p:nvSpPr>
          <p:cNvPr id="4" name="Flowchart: Alternate Process 3">
            <a:extLst>
              <a:ext uri="{FF2B5EF4-FFF2-40B4-BE49-F238E27FC236}">
                <a16:creationId xmlns:a16="http://schemas.microsoft.com/office/drawing/2014/main" id="{FE397F9C-20D0-27D1-19E2-49CF982299BA}"/>
              </a:ext>
            </a:extLst>
          </p:cNvPr>
          <p:cNvSpPr/>
          <p:nvPr/>
        </p:nvSpPr>
        <p:spPr>
          <a:xfrm>
            <a:off x="759682" y="6320630"/>
            <a:ext cx="10047161" cy="10118879"/>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Abstract</a:t>
            </a:r>
            <a:endParaRPr lang="en-US" sz="4800" b="1" dirty="0">
              <a:solidFill>
                <a:schemeClr val="tx1"/>
              </a:solidFill>
              <a:cs typeface="+mj-cs"/>
            </a:endParaRPr>
          </a:p>
          <a:p>
            <a:pPr algn="just">
              <a:lnSpc>
                <a:spcPct val="150000"/>
              </a:lnSpc>
              <a:defRPr/>
            </a:pPr>
            <a:r>
              <a:rPr lang="en-US" sz="2400" dirty="0">
                <a:solidFill>
                  <a:schemeClr val="tx1"/>
                </a:solidFill>
                <a:latin typeface="Times New Roman" panose="02020603050405020304" pitchFamily="18" charset="0"/>
                <a:cs typeface="Times New Roman" panose="02020603050405020304" pitchFamily="18" charset="0"/>
              </a:rPr>
              <a:t>The "Interactive Smart Mirror" project aims to provide a modern and user-friendly solution by integrating daily utilities into a smart device that assists people with disabilities, especially amputees, through a touchless mechanism. There’s no need to carry devices to check the time or schedule, which improves productivity and organization. The project is significant for its ability to help manage time, reduce the need for multiple devices, and remind users of their appointments by displaying tasks. It features a sleek design suitable for homes and offices.</a:t>
            </a:r>
          </a:p>
          <a:p>
            <a:pPr algn="just">
              <a:lnSpc>
                <a:spcPct val="150000"/>
              </a:lnSpc>
              <a:defRPr/>
            </a:pPr>
            <a:r>
              <a:rPr lang="en-US" sz="2400" dirty="0">
                <a:solidFill>
                  <a:schemeClr val="tx1"/>
                </a:solidFill>
                <a:latin typeface="Times New Roman" panose="02020603050405020304" pitchFamily="18" charset="0"/>
                <a:cs typeface="Times New Roman" panose="02020603050405020304" pitchFamily="18" charset="0"/>
              </a:rPr>
              <a:t>In terms of implementation, the system uses an ultrasonic sensor to detect the user's presence, an LCD to display information, and Wi-Fi for live updates. The interface shows time and tasks without affecting the mirror's reflective function, making life easier for people with disabilities while adding both functionality and aesthetics to any space.</a:t>
            </a:r>
          </a:p>
        </p:txBody>
      </p:sp>
      <p:sp>
        <p:nvSpPr>
          <p:cNvPr id="5" name="Flowchart: Alternate Process 4">
            <a:extLst>
              <a:ext uri="{FF2B5EF4-FFF2-40B4-BE49-F238E27FC236}">
                <a16:creationId xmlns:a16="http://schemas.microsoft.com/office/drawing/2014/main" id="{991AE8D7-04FD-2547-E0B0-49678640640C}"/>
              </a:ext>
            </a:extLst>
          </p:cNvPr>
          <p:cNvSpPr/>
          <p:nvPr/>
        </p:nvSpPr>
        <p:spPr>
          <a:xfrm>
            <a:off x="19460432" y="17290164"/>
            <a:ext cx="10047162" cy="10196516"/>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algn="ctr">
              <a:lnSpc>
                <a:spcPct val="150000"/>
              </a:lnSpc>
              <a:spcBef>
                <a:spcPts val="150"/>
              </a:spcBef>
              <a:spcAft>
                <a:spcPts val="150"/>
              </a:spcAft>
              <a:buNone/>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Acknowledgements</a:t>
            </a:r>
          </a:p>
          <a:p>
            <a:pPr marL="0" marR="0" algn="just">
              <a:lnSpc>
                <a:spcPct val="150000"/>
              </a:lnSpc>
              <a:spcBef>
                <a:spcPts val="150"/>
              </a:spcBef>
              <a:spcAft>
                <a:spcPts val="150"/>
              </a:spcAft>
              <a:buNone/>
            </a:pPr>
            <a:r>
              <a:rPr lang="en-US" sz="2400" dirty="0">
                <a:solidFill>
                  <a:schemeClr val="tx1"/>
                </a:solidFill>
                <a:latin typeface="Times New Roman" panose="02020603050405020304" pitchFamily="18" charset="0"/>
                <a:cs typeface="Times New Roman" panose="02020603050405020304" pitchFamily="18" charset="0"/>
              </a:rPr>
              <a:t>We would like to express our sincere thanks to everyone who contributed to the success of this project. Special appreciation goes to our colleagues and classmates who provided valuable feedback during the development process. We are also grateful to those who supported us with technical guidance, testing assistance, and helpful critique throughout the different phases of the project.</a:t>
            </a:r>
          </a:p>
          <a:p>
            <a:pPr marL="0" marR="0" algn="just">
              <a:lnSpc>
                <a:spcPct val="150000"/>
              </a:lnSpc>
              <a:spcBef>
                <a:spcPts val="150"/>
              </a:spcBef>
              <a:spcAft>
                <a:spcPts val="150"/>
              </a:spcAft>
              <a:buNone/>
            </a:pPr>
            <a:endParaRPr lang="en-US" sz="2400" dirty="0">
              <a:solidFill>
                <a:schemeClr val="tx1"/>
              </a:solidFill>
              <a:latin typeface="Times New Roman" panose="02020603050405020304" pitchFamily="18" charset="0"/>
              <a:cs typeface="Times New Roman" panose="02020603050405020304" pitchFamily="18" charset="0"/>
            </a:endParaRPr>
          </a:p>
          <a:p>
            <a:pPr marL="0" marR="0" algn="just">
              <a:lnSpc>
                <a:spcPct val="150000"/>
              </a:lnSpc>
              <a:spcBef>
                <a:spcPts val="150"/>
              </a:spcBef>
              <a:spcAft>
                <a:spcPts val="150"/>
              </a:spcAft>
              <a:buNone/>
            </a:pPr>
            <a:r>
              <a:rPr lang="en-US" sz="2400" dirty="0">
                <a:solidFill>
                  <a:schemeClr val="tx1"/>
                </a:solidFill>
                <a:latin typeface="Times New Roman" panose="02020603050405020304" pitchFamily="18" charset="0"/>
                <a:cs typeface="Times New Roman" panose="02020603050405020304" pitchFamily="18" charset="0"/>
              </a:rPr>
              <a:t>We would also like to acknowledge the use of online resources, tutorials, and open-source tools, which played a significant role in overcoming challenges and expanding our understanding of Android development and IoT integration</a:t>
            </a:r>
          </a:p>
          <a:p>
            <a:pPr marL="0" marR="0" algn="ctr">
              <a:lnSpc>
                <a:spcPct val="150000"/>
              </a:lnSpc>
              <a:spcBef>
                <a:spcPts val="150"/>
              </a:spcBef>
              <a:spcAft>
                <a:spcPts val="150"/>
              </a:spcAft>
              <a:buNone/>
            </a:pPr>
            <a:endParaRPr lang="en-US" sz="4800" b="1" dirty="0">
              <a:solidFill>
                <a:schemeClr val="tx1"/>
              </a:solidFill>
              <a:effectLst/>
              <a:latin typeface="Times New Roman" panose="02020603050405020304" pitchFamily="18" charset="0"/>
              <a:ea typeface="Times New Roman" panose="02020603050405020304" pitchFamily="18" charset="0"/>
              <a:cs typeface="+mj-cs"/>
            </a:endParaRPr>
          </a:p>
          <a:p>
            <a:pPr marL="0" marR="0" algn="ctr">
              <a:lnSpc>
                <a:spcPct val="150000"/>
              </a:lnSpc>
              <a:spcBef>
                <a:spcPts val="150"/>
              </a:spcBef>
              <a:spcAft>
                <a:spcPts val="150"/>
              </a:spcAft>
              <a:buNone/>
            </a:pPr>
            <a:endParaRPr lang="en-US" sz="4800" b="1" dirty="0">
              <a:solidFill>
                <a:schemeClr val="tx1"/>
              </a:solidFill>
              <a:effectLst/>
              <a:latin typeface="Times New Roman" panose="02020603050405020304" pitchFamily="18" charset="0"/>
              <a:ea typeface="Times New Roman" panose="02020603050405020304" pitchFamily="18" charset="0"/>
              <a:cs typeface="+mj-cs"/>
            </a:endParaRPr>
          </a:p>
        </p:txBody>
      </p:sp>
      <p:sp>
        <p:nvSpPr>
          <p:cNvPr id="6" name="Flowchart: Alternate Process 5">
            <a:extLst>
              <a:ext uri="{FF2B5EF4-FFF2-40B4-BE49-F238E27FC236}">
                <a16:creationId xmlns:a16="http://schemas.microsoft.com/office/drawing/2014/main" id="{5E6FDF4C-9B84-AC37-C979-A19427D2981A}"/>
              </a:ext>
            </a:extLst>
          </p:cNvPr>
          <p:cNvSpPr/>
          <p:nvPr/>
        </p:nvSpPr>
        <p:spPr>
          <a:xfrm>
            <a:off x="19623192" y="28323380"/>
            <a:ext cx="10047162" cy="10196516"/>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algn="ctr">
              <a:lnSpc>
                <a:spcPct val="150000"/>
              </a:lnSpc>
              <a:spcBef>
                <a:spcPts val="150"/>
              </a:spcBef>
              <a:spcAft>
                <a:spcPts val="150"/>
              </a:spcAft>
              <a:buNone/>
            </a:pPr>
            <a:r>
              <a:rPr lang="en-US" sz="2400" dirty="0">
                <a:solidFill>
                  <a:schemeClr val="tx1"/>
                </a:solidFill>
              </a:rPr>
              <a:t>.</a:t>
            </a:r>
          </a:p>
          <a:p>
            <a:pPr marL="0" marR="0" algn="just">
              <a:lnSpc>
                <a:spcPct val="150000"/>
              </a:lnSpc>
              <a:spcBef>
                <a:spcPts val="150"/>
              </a:spcBef>
              <a:spcAft>
                <a:spcPts val="15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p:txBody>
      </p:sp>
      <p:sp>
        <p:nvSpPr>
          <p:cNvPr id="10" name="Rectangle 9">
            <a:extLst>
              <a:ext uri="{FF2B5EF4-FFF2-40B4-BE49-F238E27FC236}">
                <a16:creationId xmlns:a16="http://schemas.microsoft.com/office/drawing/2014/main" id="{205C5A53-63F7-0D3B-BA80-F9F9ADACC790}"/>
              </a:ext>
            </a:extLst>
          </p:cNvPr>
          <p:cNvSpPr/>
          <p:nvPr/>
        </p:nvSpPr>
        <p:spPr>
          <a:xfrm>
            <a:off x="19832026" y="27210487"/>
            <a:ext cx="9220701" cy="51089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algn="ctr">
              <a:lnSpc>
                <a:spcPct val="150000"/>
              </a:lnSpc>
              <a:buNone/>
            </a:pPr>
            <a:r>
              <a:rPr lang="en-US" sz="4800" b="1" dirty="0">
                <a:solidFill>
                  <a:schemeClr val="tx1">
                    <a:lumMod val="65000"/>
                    <a:lumOff val="35000"/>
                  </a:schemeClr>
                </a:solidFill>
                <a:effectLst/>
                <a:latin typeface="Times New Roman" panose="02020603050405020304" pitchFamily="18" charset="0"/>
                <a:ea typeface="Times New Roman" panose="02020603050405020304" pitchFamily="18" charset="0"/>
              </a:rPr>
              <a:t>References</a:t>
            </a:r>
          </a:p>
          <a:p>
            <a:pPr marL="0" marR="0" algn="just">
              <a:lnSpc>
                <a:spcPct val="150000"/>
              </a:lnSpc>
              <a:buNone/>
            </a:pPr>
            <a:endParaRPr lang="en-US" sz="2800" b="1" dirty="0">
              <a:solidFill>
                <a:schemeClr val="tx1"/>
              </a:solidFill>
              <a:effectLst/>
              <a:latin typeface="Times New Roman" panose="02020603050405020304" pitchFamily="18" charset="0"/>
              <a:ea typeface="Times New Roman" panose="02020603050405020304" pitchFamily="18" charset="0"/>
            </a:endParaRPr>
          </a:p>
        </p:txBody>
      </p:sp>
      <p:sp>
        <p:nvSpPr>
          <p:cNvPr id="8" name="Flowchart: Alternate Process 7">
            <a:extLst>
              <a:ext uri="{FF2B5EF4-FFF2-40B4-BE49-F238E27FC236}">
                <a16:creationId xmlns:a16="http://schemas.microsoft.com/office/drawing/2014/main" id="{001DE5AA-C337-B0D0-686E-0CC5C6D4C27C}"/>
              </a:ext>
            </a:extLst>
          </p:cNvPr>
          <p:cNvSpPr/>
          <p:nvPr/>
        </p:nvSpPr>
        <p:spPr>
          <a:xfrm>
            <a:off x="19460432" y="6320630"/>
            <a:ext cx="10047162" cy="10196516"/>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Conclusions and Future Works</a:t>
            </a:r>
          </a:p>
          <a:p>
            <a:pPr>
              <a:buNone/>
            </a:pPr>
            <a:endParaRPr lang="en-US" sz="1600" b="1" dirty="0"/>
          </a:p>
          <a:p>
            <a:pPr algn="just">
              <a:lnSpc>
                <a:spcPct val="150000"/>
              </a:lnSpc>
            </a:pPr>
            <a:r>
              <a:rPr lang="en-US" sz="2400" dirty="0">
                <a:solidFill>
                  <a:schemeClr val="tx1"/>
                </a:solidFill>
                <a:latin typeface="Times New Roman" panose="02020603050405020304" pitchFamily="18" charset="0"/>
                <a:cs typeface="Times New Roman" panose="02020603050405020304" pitchFamily="18" charset="0"/>
              </a:rPr>
              <a:t>This project aimed to solve the problem of ineffective and inaccessible task management, especially for people with disabilities or busy schedules. We developed an app that allows users to add tasks using voice or text, with real-time sync to Firebase and display on a smart mirror. We faced challenges with integration and syncing but overcame them through self-learning, which improved our skills in Android, databases, and IoT. In the future, the system can be enhanced with user accounts, reminders, task categories, and smart features like AI suggestions and calendar integration. While the project achieved its goals, there is still room for improvement to make it more useful and personalized.</a:t>
            </a:r>
          </a:p>
        </p:txBody>
      </p:sp>
      <p:pic>
        <p:nvPicPr>
          <p:cNvPr id="18" name="Picture 17">
            <a:extLst>
              <a:ext uri="{FF2B5EF4-FFF2-40B4-BE49-F238E27FC236}">
                <a16:creationId xmlns:a16="http://schemas.microsoft.com/office/drawing/2014/main" id="{B8CB1631-ACA1-3222-F6F7-D9BA610EBAC9}"/>
              </a:ext>
            </a:extLst>
          </p:cNvPr>
          <p:cNvPicPr>
            <a:picLocks noChangeAspect="1"/>
          </p:cNvPicPr>
          <p:nvPr/>
        </p:nvPicPr>
        <p:blipFill>
          <a:blip r:embed="rId6"/>
          <a:srcRect t="2126" r="1711" b="1688"/>
          <a:stretch/>
        </p:blipFill>
        <p:spPr>
          <a:xfrm>
            <a:off x="1659857" y="34078809"/>
            <a:ext cx="7359452" cy="3806445"/>
          </a:xfrm>
          <a:prstGeom prst="rect">
            <a:avLst/>
          </a:prstGeom>
        </p:spPr>
      </p:pic>
      <p:sp>
        <p:nvSpPr>
          <p:cNvPr id="19" name="Flowchart: Alternate Process 18">
            <a:extLst>
              <a:ext uri="{FF2B5EF4-FFF2-40B4-BE49-F238E27FC236}">
                <a16:creationId xmlns:a16="http://schemas.microsoft.com/office/drawing/2014/main" id="{513AAADF-8DE1-BBC1-3E57-AB515DE15667}"/>
              </a:ext>
            </a:extLst>
          </p:cNvPr>
          <p:cNvSpPr/>
          <p:nvPr/>
        </p:nvSpPr>
        <p:spPr>
          <a:xfrm>
            <a:off x="11966540" y="6320630"/>
            <a:ext cx="5912907" cy="1346190"/>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Result</a:t>
            </a:r>
          </a:p>
        </p:txBody>
      </p:sp>
      <p:pic>
        <p:nvPicPr>
          <p:cNvPr id="27" name="Picture 26">
            <a:extLst>
              <a:ext uri="{FF2B5EF4-FFF2-40B4-BE49-F238E27FC236}">
                <a16:creationId xmlns:a16="http://schemas.microsoft.com/office/drawing/2014/main" id="{044D4F0A-A766-BD20-3EF8-2E903C2F5847}"/>
              </a:ext>
            </a:extLst>
          </p:cNvPr>
          <p:cNvPicPr>
            <a:picLocks noChangeAspect="1"/>
          </p:cNvPicPr>
          <p:nvPr/>
        </p:nvPicPr>
        <p:blipFill>
          <a:blip r:embed="rId7"/>
          <a:stretch>
            <a:fillRect/>
          </a:stretch>
        </p:blipFill>
        <p:spPr>
          <a:xfrm>
            <a:off x="14922993" y="8183565"/>
            <a:ext cx="3286276" cy="7040880"/>
          </a:xfrm>
          <a:prstGeom prst="rect">
            <a:avLst/>
          </a:prstGeom>
        </p:spPr>
      </p:pic>
      <p:pic>
        <p:nvPicPr>
          <p:cNvPr id="29" name="Picture 28">
            <a:extLst>
              <a:ext uri="{FF2B5EF4-FFF2-40B4-BE49-F238E27FC236}">
                <a16:creationId xmlns:a16="http://schemas.microsoft.com/office/drawing/2014/main" id="{D18F7F05-9171-2F3C-7492-806232315C8A}"/>
              </a:ext>
            </a:extLst>
          </p:cNvPr>
          <p:cNvPicPr>
            <a:picLocks noChangeAspect="1"/>
          </p:cNvPicPr>
          <p:nvPr/>
        </p:nvPicPr>
        <p:blipFill>
          <a:blip r:embed="rId8"/>
          <a:stretch>
            <a:fillRect/>
          </a:stretch>
        </p:blipFill>
        <p:spPr>
          <a:xfrm>
            <a:off x="11491911" y="15605535"/>
            <a:ext cx="3286678" cy="7041740"/>
          </a:xfrm>
          <a:prstGeom prst="rect">
            <a:avLst/>
          </a:prstGeom>
        </p:spPr>
      </p:pic>
      <p:pic>
        <p:nvPicPr>
          <p:cNvPr id="32" name="Picture 31">
            <a:extLst>
              <a:ext uri="{FF2B5EF4-FFF2-40B4-BE49-F238E27FC236}">
                <a16:creationId xmlns:a16="http://schemas.microsoft.com/office/drawing/2014/main" id="{520D8C9B-196C-40E2-7E94-3511DD7C565A}"/>
              </a:ext>
            </a:extLst>
          </p:cNvPr>
          <p:cNvPicPr>
            <a:picLocks noChangeAspect="1"/>
          </p:cNvPicPr>
          <p:nvPr/>
        </p:nvPicPr>
        <p:blipFill>
          <a:blip r:embed="rId9"/>
          <a:stretch>
            <a:fillRect/>
          </a:stretch>
        </p:blipFill>
        <p:spPr>
          <a:xfrm>
            <a:off x="15032338" y="15605535"/>
            <a:ext cx="3286676" cy="7041735"/>
          </a:xfrm>
          <a:prstGeom prst="rect">
            <a:avLst/>
          </a:prstGeom>
        </p:spPr>
      </p:pic>
      <p:pic>
        <p:nvPicPr>
          <p:cNvPr id="34" name="Picture 33">
            <a:extLst>
              <a:ext uri="{FF2B5EF4-FFF2-40B4-BE49-F238E27FC236}">
                <a16:creationId xmlns:a16="http://schemas.microsoft.com/office/drawing/2014/main" id="{DEBF3791-AE2E-6912-C940-21893D35B8C0}"/>
              </a:ext>
            </a:extLst>
          </p:cNvPr>
          <p:cNvPicPr>
            <a:picLocks noChangeAspect="1"/>
          </p:cNvPicPr>
          <p:nvPr/>
        </p:nvPicPr>
        <p:blipFill>
          <a:blip r:embed="rId10"/>
          <a:stretch>
            <a:fillRect/>
          </a:stretch>
        </p:blipFill>
        <p:spPr>
          <a:xfrm>
            <a:off x="11409271" y="22969668"/>
            <a:ext cx="3282696" cy="7115335"/>
          </a:xfrm>
          <a:prstGeom prst="rect">
            <a:avLst/>
          </a:prstGeom>
        </p:spPr>
      </p:pic>
      <p:pic>
        <p:nvPicPr>
          <p:cNvPr id="36" name="Picture 35">
            <a:extLst>
              <a:ext uri="{FF2B5EF4-FFF2-40B4-BE49-F238E27FC236}">
                <a16:creationId xmlns:a16="http://schemas.microsoft.com/office/drawing/2014/main" id="{650B7E97-A2AF-13F8-A2F7-8068FBF24184}"/>
              </a:ext>
            </a:extLst>
          </p:cNvPr>
          <p:cNvPicPr>
            <a:picLocks noChangeAspect="1"/>
          </p:cNvPicPr>
          <p:nvPr/>
        </p:nvPicPr>
        <p:blipFill>
          <a:blip r:embed="rId11"/>
          <a:stretch>
            <a:fillRect/>
          </a:stretch>
        </p:blipFill>
        <p:spPr>
          <a:xfrm>
            <a:off x="15032338" y="22969668"/>
            <a:ext cx="3286276" cy="7040880"/>
          </a:xfrm>
          <a:prstGeom prst="rect">
            <a:avLst/>
          </a:prstGeom>
        </p:spPr>
      </p:pic>
      <p:sp>
        <p:nvSpPr>
          <p:cNvPr id="37" name="Flowchart: Alternate Process 36">
            <a:extLst>
              <a:ext uri="{FF2B5EF4-FFF2-40B4-BE49-F238E27FC236}">
                <a16:creationId xmlns:a16="http://schemas.microsoft.com/office/drawing/2014/main" id="{A0896CD6-6636-CE9F-086C-7CF308A47D09}"/>
              </a:ext>
            </a:extLst>
          </p:cNvPr>
          <p:cNvSpPr/>
          <p:nvPr/>
        </p:nvSpPr>
        <p:spPr>
          <a:xfrm>
            <a:off x="11171529" y="30722782"/>
            <a:ext cx="7214120" cy="7467703"/>
          </a:xfrm>
          <a:prstGeom prst="flowChartAlternateProcess">
            <a:avLst/>
          </a:prstGeom>
          <a:solidFill>
            <a:srgbClr val="F2ECF0"/>
          </a:solidFill>
          <a:ln w="57150">
            <a:solidFill>
              <a:srgbClr val="875A7A"/>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algn="ctr">
              <a:lnSpc>
                <a:spcPct val="150000"/>
              </a:lnSpc>
              <a:spcBef>
                <a:spcPts val="150"/>
              </a:spcBef>
              <a:spcAft>
                <a:spcPts val="150"/>
              </a:spcAft>
              <a:buNone/>
            </a:pPr>
            <a:r>
              <a:rPr lang="en-US" sz="4800" b="1" dirty="0">
                <a:solidFill>
                  <a:schemeClr val="tx1">
                    <a:lumMod val="65000"/>
                    <a:lumOff val="35000"/>
                  </a:schemeClr>
                </a:solidFill>
                <a:latin typeface="Times New Roman" panose="02020603050405020304" pitchFamily="18" charset="0"/>
                <a:cs typeface="Times New Roman" panose="02020603050405020304" pitchFamily="18" charset="0"/>
              </a:rPr>
              <a:t>Hardware</a:t>
            </a:r>
          </a:p>
          <a:p>
            <a:pPr marL="0" marR="0" algn="ctr">
              <a:lnSpc>
                <a:spcPct val="150000"/>
              </a:lnSpc>
              <a:spcBef>
                <a:spcPts val="150"/>
              </a:spcBef>
              <a:spcAft>
                <a:spcPts val="150"/>
              </a:spcAft>
              <a:buNone/>
            </a:pPr>
            <a:endParaRPr lang="en-US" sz="4800" b="1" dirty="0">
              <a:solidFill>
                <a:schemeClr val="tx1"/>
              </a:solidFill>
              <a:cs typeface="+mj-cs"/>
            </a:endParaRPr>
          </a:p>
          <a:p>
            <a:pPr marL="0" marR="0" algn="ctr">
              <a:lnSpc>
                <a:spcPct val="150000"/>
              </a:lnSpc>
              <a:spcBef>
                <a:spcPts val="150"/>
              </a:spcBef>
              <a:spcAft>
                <a:spcPts val="150"/>
              </a:spcAft>
              <a:buNone/>
            </a:pPr>
            <a:endParaRPr lang="en-US" sz="4800" b="1" dirty="0">
              <a:solidFill>
                <a:schemeClr val="tx1"/>
              </a:solidFill>
              <a:cs typeface="+mj-cs"/>
            </a:endParaRPr>
          </a:p>
          <a:p>
            <a:pPr marL="0" marR="0" algn="ctr">
              <a:lnSpc>
                <a:spcPct val="150000"/>
              </a:lnSpc>
              <a:spcBef>
                <a:spcPts val="150"/>
              </a:spcBef>
              <a:spcAft>
                <a:spcPts val="150"/>
              </a:spcAft>
              <a:buNone/>
            </a:pPr>
            <a:endParaRPr lang="en-US" sz="4800" dirty="0">
              <a:solidFill>
                <a:schemeClr val="tx1"/>
              </a:solidFill>
            </a:endParaRPr>
          </a:p>
          <a:p>
            <a:pPr marL="0" marR="0" algn="ctr">
              <a:lnSpc>
                <a:spcPct val="150000"/>
              </a:lnSpc>
              <a:spcBef>
                <a:spcPts val="150"/>
              </a:spcBef>
              <a:spcAft>
                <a:spcPts val="150"/>
              </a:spcAft>
              <a:buNone/>
            </a:pPr>
            <a:endParaRPr lang="en-US" sz="4800" dirty="0">
              <a:solidFill>
                <a:schemeClr val="tx1"/>
              </a:solidFill>
            </a:endParaRPr>
          </a:p>
          <a:p>
            <a:pPr marL="0" marR="0" algn="ctr">
              <a:lnSpc>
                <a:spcPct val="150000"/>
              </a:lnSpc>
              <a:spcBef>
                <a:spcPts val="150"/>
              </a:spcBef>
              <a:spcAft>
                <a:spcPts val="150"/>
              </a:spcAft>
              <a:buNone/>
            </a:pPr>
            <a:endParaRPr lang="en-US" sz="4800" dirty="0">
              <a:solidFill>
                <a:schemeClr val="tx1"/>
              </a:solidFill>
            </a:endParaRPr>
          </a:p>
        </p:txBody>
      </p:sp>
      <p:pic>
        <p:nvPicPr>
          <p:cNvPr id="9" name="Picture 8">
            <a:extLst>
              <a:ext uri="{FF2B5EF4-FFF2-40B4-BE49-F238E27FC236}">
                <a16:creationId xmlns:a16="http://schemas.microsoft.com/office/drawing/2014/main" id="{06DE791B-50C0-CF1F-14D3-131119884B7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1118568" y="30104124"/>
            <a:ext cx="7257940" cy="7257940"/>
          </a:xfrm>
          <a:prstGeom prst="rect">
            <a:avLst/>
          </a:prstGeom>
        </p:spPr>
      </p:pic>
      <p:pic>
        <p:nvPicPr>
          <p:cNvPr id="11" name="Picture 10">
            <a:extLst>
              <a:ext uri="{FF2B5EF4-FFF2-40B4-BE49-F238E27FC236}">
                <a16:creationId xmlns:a16="http://schemas.microsoft.com/office/drawing/2014/main" id="{11C29C54-A24D-7FD7-A741-18D8BF658CEA}"/>
              </a:ext>
            </a:extLst>
          </p:cNvPr>
          <p:cNvPicPr>
            <a:picLocks noChangeAspect="1"/>
          </p:cNvPicPr>
          <p:nvPr/>
        </p:nvPicPr>
        <p:blipFill>
          <a:blip r:embed="rId13"/>
          <a:stretch>
            <a:fillRect/>
          </a:stretch>
        </p:blipFill>
        <p:spPr>
          <a:xfrm>
            <a:off x="11401422" y="8162038"/>
            <a:ext cx="3286276" cy="7040880"/>
          </a:xfrm>
          <a:prstGeom prst="rect">
            <a:avLst/>
          </a:prstGeom>
        </p:spPr>
      </p:pic>
      <p:pic>
        <p:nvPicPr>
          <p:cNvPr id="1026" name="Picture 2" descr="Generated image">
            <a:extLst>
              <a:ext uri="{FF2B5EF4-FFF2-40B4-BE49-F238E27FC236}">
                <a16:creationId xmlns:a16="http://schemas.microsoft.com/office/drawing/2014/main" id="{233E1F68-05F6-6EB5-3EEA-87B6B637075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71924" y="32506804"/>
            <a:ext cx="4899781" cy="289553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EBA6E0C9-064C-C7CB-A95F-C3F8A8B1E6DB}"/>
              </a:ext>
            </a:extLst>
          </p:cNvPr>
          <p:cNvPicPr>
            <a:picLocks noChangeAspect="1"/>
          </p:cNvPicPr>
          <p:nvPr/>
        </p:nvPicPr>
        <p:blipFill>
          <a:blip r:embed="rId15"/>
          <a:stretch>
            <a:fillRect/>
          </a:stretch>
        </p:blipFill>
        <p:spPr>
          <a:xfrm>
            <a:off x="14126736" y="33880177"/>
            <a:ext cx="4011362" cy="3145702"/>
          </a:xfrm>
          <a:prstGeom prst="rect">
            <a:avLst/>
          </a:prstGeom>
        </p:spPr>
      </p:pic>
    </p:spTree>
    <p:extLst>
      <p:ext uri="{BB962C8B-B14F-4D97-AF65-F5344CB8AC3E}">
        <p14:creationId xmlns:p14="http://schemas.microsoft.com/office/powerpoint/2010/main" val="16225271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8EFB713-4108-4B2B-866F-7A9ECAA0937F}" vid="{BDE04EFE-4AE0-4AD4-AC06-5EE67CEACF56}"/>
    </a:ext>
  </a:extLst>
</a:theme>
</file>

<file path=docProps/app.xml><?xml version="1.0" encoding="utf-8"?>
<Properties xmlns="http://schemas.openxmlformats.org/officeDocument/2006/extended-properties" xmlns:vt="http://schemas.openxmlformats.org/officeDocument/2006/docPropsVTypes">
  <Template>Poster_template</Template>
  <TotalTime>325</TotalTime>
  <Words>611</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almuhaidibaseel@gmail.com</cp:lastModifiedBy>
  <cp:revision>43</cp:revision>
  <dcterms:created xsi:type="dcterms:W3CDTF">2016-02-25T06:17:26Z</dcterms:created>
  <dcterms:modified xsi:type="dcterms:W3CDTF">2025-05-24T12:11:00Z</dcterms:modified>
</cp:coreProperties>
</file>